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modernComment_10A_F137765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76" r:id="rId5"/>
  </p:sldMasterIdLst>
  <p:notesMasterIdLst>
    <p:notesMasterId r:id="rId46"/>
  </p:notesMasterIdLst>
  <p:sldIdLst>
    <p:sldId id="257" r:id="rId6"/>
    <p:sldId id="2147483638" r:id="rId7"/>
    <p:sldId id="274" r:id="rId8"/>
    <p:sldId id="268" r:id="rId9"/>
    <p:sldId id="2147483644" r:id="rId10"/>
    <p:sldId id="272" r:id="rId11"/>
    <p:sldId id="2147483639" r:id="rId12"/>
    <p:sldId id="2147483645" r:id="rId13"/>
    <p:sldId id="261" r:id="rId14"/>
    <p:sldId id="2147483613" r:id="rId15"/>
    <p:sldId id="282" r:id="rId16"/>
    <p:sldId id="285" r:id="rId17"/>
    <p:sldId id="260" r:id="rId18"/>
    <p:sldId id="2147483646" r:id="rId19"/>
    <p:sldId id="264" r:id="rId20"/>
    <p:sldId id="275" r:id="rId21"/>
    <p:sldId id="276" r:id="rId22"/>
    <p:sldId id="277" r:id="rId23"/>
    <p:sldId id="278" r:id="rId24"/>
    <p:sldId id="279" r:id="rId25"/>
    <p:sldId id="280" r:id="rId26"/>
    <p:sldId id="281" r:id="rId27"/>
    <p:sldId id="265" r:id="rId28"/>
    <p:sldId id="283" r:id="rId29"/>
    <p:sldId id="269" r:id="rId30"/>
    <p:sldId id="266" r:id="rId31"/>
    <p:sldId id="263" r:id="rId32"/>
    <p:sldId id="258" r:id="rId33"/>
    <p:sldId id="259" r:id="rId34"/>
    <p:sldId id="267" r:id="rId35"/>
    <p:sldId id="284" r:id="rId36"/>
    <p:sldId id="273" r:id="rId37"/>
    <p:sldId id="271" r:id="rId38"/>
    <p:sldId id="256" r:id="rId39"/>
    <p:sldId id="262" r:id="rId40"/>
    <p:sldId id="2147483647" r:id="rId41"/>
    <p:sldId id="2147483640" r:id="rId42"/>
    <p:sldId id="2147483594" r:id="rId43"/>
    <p:sldId id="2147483637" r:id="rId44"/>
    <p:sldId id="2147483642"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1976804-C29F-19D2-B9B6-85D4C1CCBD1B}" name="Sarah Verhaar" initials="SV" userId="S::sverhaar@starbucks.com::2ebfabad-ff79-4516-aa5f-b05516892b14" providerId="AD"/>
  <p188:author id="{73836741-E1EB-9A83-C1C2-479415D75DDE}" name="Laura VerHulst (PSP)" initials="L(" userId="S::lverhuls@starbucks.com::e461178e-9c1a-406d-b6ca-b90041a4a0ed" providerId="AD"/>
  <p188:author id="{FBEE6749-6EC0-D154-D058-B87F2FA0B7A7}" name="Jean-Yves Pip Courbois (PSP)" initials="JC" userId="S::jcourboi@starbucks.com::a1924744-714f-4235-8b2d-b9ec7101b88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BEBEA"/>
    <a:srgbClr val="F7F0E3"/>
    <a:srgbClr val="EAE6E0"/>
    <a:srgbClr val="D2DFD0"/>
    <a:srgbClr val="DCEAF7"/>
    <a:srgbClr val="EBF1DE"/>
    <a:srgbClr val="FFCCCC"/>
    <a:srgbClr val="FBDEB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D12000-69CC-4E34-AF79-4DEDF85F20D9}" v="1" dt="2026-06-05T20:09:15.732"/>
    <p1510:client id="{58FC20A8-83E8-051E-DB47-0630CDDD4F20}" v="3" dt="2026-06-06T16:48:06.8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microsoft.com/office/2018/10/relationships/authors" Target="author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rat Mut (PSP)" userId="S::mmut@starbucks.com::9d1cd654-2614-42cc-8a9b-f44c73943dbe" providerId="AD" clId="Web-{5F5B9BEE-99DF-E0C0-C758-54400A59B559}"/>
    <pc:docChg chg="modSld">
      <pc:chgData name="Murat Mut (PSP)" userId="S::mmut@starbucks.com::9d1cd654-2614-42cc-8a9b-f44c73943dbe" providerId="AD" clId="Web-{5F5B9BEE-99DF-E0C0-C758-54400A59B559}" dt="2026-06-02T18:47:00.239" v="5" actId="14100"/>
      <pc:docMkLst>
        <pc:docMk/>
      </pc:docMkLst>
      <pc:sldChg chg="addSp delSp modSp">
        <pc:chgData name="Murat Mut (PSP)" userId="S::mmut@starbucks.com::9d1cd654-2614-42cc-8a9b-f44c73943dbe" providerId="AD" clId="Web-{5F5B9BEE-99DF-E0C0-C758-54400A59B559}" dt="2026-06-02T18:47:00.239" v="5" actId="14100"/>
        <pc:sldMkLst>
          <pc:docMk/>
          <pc:sldMk cId="87855004" sldId="278"/>
        </pc:sldMkLst>
        <pc:picChg chg="add mod">
          <ac:chgData name="Murat Mut (PSP)" userId="S::mmut@starbucks.com::9d1cd654-2614-42cc-8a9b-f44c73943dbe" providerId="AD" clId="Web-{5F5B9BEE-99DF-E0C0-C758-54400A59B559}" dt="2026-06-02T18:47:00.239" v="5" actId="14100"/>
          <ac:picMkLst>
            <pc:docMk/>
            <pc:sldMk cId="87855004" sldId="278"/>
            <ac:picMk id="2" creationId="{F0FB41E0-05E6-23C2-2641-3DFE7D7522FA}"/>
          </ac:picMkLst>
        </pc:picChg>
      </pc:sldChg>
    </pc:docChg>
  </pc:docChgLst>
  <pc:docChgLst>
    <pc:chgData name="Murat Mut (PSP)" userId="S::mmut@starbucks.com::9d1cd654-2614-42cc-8a9b-f44c73943dbe" providerId="AD" clId="Web-{7E8830C3-985D-7466-CA1C-F000B5AB63E4}"/>
    <pc:docChg chg="addSld delSld modSld">
      <pc:chgData name="Murat Mut (PSP)" userId="S::mmut@starbucks.com::9d1cd654-2614-42cc-8a9b-f44c73943dbe" providerId="AD" clId="Web-{7E8830C3-985D-7466-CA1C-F000B5AB63E4}" dt="2026-06-02T14:25:19.616" v="12" actId="20577"/>
      <pc:docMkLst>
        <pc:docMk/>
      </pc:docMkLst>
      <pc:sldChg chg="modSp">
        <pc:chgData name="Murat Mut (PSP)" userId="S::mmut@starbucks.com::9d1cd654-2614-42cc-8a9b-f44c73943dbe" providerId="AD" clId="Web-{7E8830C3-985D-7466-CA1C-F000B5AB63E4}" dt="2026-06-02T14:25:19.616" v="12" actId="20577"/>
        <pc:sldMkLst>
          <pc:docMk/>
          <pc:sldMk cId="1194886296" sldId="267"/>
        </pc:sldMkLst>
        <pc:spChg chg="mod">
          <ac:chgData name="Murat Mut (PSP)" userId="S::mmut@starbucks.com::9d1cd654-2614-42cc-8a9b-f44c73943dbe" providerId="AD" clId="Web-{7E8830C3-985D-7466-CA1C-F000B5AB63E4}" dt="2026-06-02T14:25:19.616" v="12" actId="20577"/>
          <ac:spMkLst>
            <pc:docMk/>
            <pc:sldMk cId="1194886296" sldId="267"/>
            <ac:spMk id="6" creationId="{0BAE705F-F64E-3901-64DD-A3BFCE467838}"/>
          </ac:spMkLst>
        </pc:spChg>
      </pc:sldChg>
      <pc:sldChg chg="add">
        <pc:chgData name="Murat Mut (PSP)" userId="S::mmut@starbucks.com::9d1cd654-2614-42cc-8a9b-f44c73943dbe" providerId="AD" clId="Web-{7E8830C3-985D-7466-CA1C-F000B5AB63E4}" dt="2026-06-02T14:22:04.819" v="1"/>
        <pc:sldMkLst>
          <pc:docMk/>
          <pc:sldMk cId="2275544132" sldId="275"/>
        </pc:sldMkLst>
      </pc:sldChg>
      <pc:sldChg chg="add">
        <pc:chgData name="Murat Mut (PSP)" userId="S::mmut@starbucks.com::9d1cd654-2614-42cc-8a9b-f44c73943dbe" providerId="AD" clId="Web-{7E8830C3-985D-7466-CA1C-F000B5AB63E4}" dt="2026-06-02T14:22:04.912" v="2"/>
        <pc:sldMkLst>
          <pc:docMk/>
          <pc:sldMk cId="1403608513" sldId="276"/>
        </pc:sldMkLst>
      </pc:sldChg>
      <pc:sldChg chg="add">
        <pc:chgData name="Murat Mut (PSP)" userId="S::mmut@starbucks.com::9d1cd654-2614-42cc-8a9b-f44c73943dbe" providerId="AD" clId="Web-{7E8830C3-985D-7466-CA1C-F000B5AB63E4}" dt="2026-06-02T14:22:05.022" v="3"/>
        <pc:sldMkLst>
          <pc:docMk/>
          <pc:sldMk cId="1196552878" sldId="277"/>
        </pc:sldMkLst>
      </pc:sldChg>
      <pc:sldChg chg="delSp add">
        <pc:chgData name="Murat Mut (PSP)" userId="S::mmut@starbucks.com::9d1cd654-2614-42cc-8a9b-f44c73943dbe" providerId="AD" clId="Web-{7E8830C3-985D-7466-CA1C-F000B5AB63E4}" dt="2026-06-02T14:24:25.022" v="9"/>
        <pc:sldMkLst>
          <pc:docMk/>
          <pc:sldMk cId="87855004" sldId="278"/>
        </pc:sldMkLst>
      </pc:sldChg>
      <pc:sldChg chg="add">
        <pc:chgData name="Murat Mut (PSP)" userId="S::mmut@starbucks.com::9d1cd654-2614-42cc-8a9b-f44c73943dbe" providerId="AD" clId="Web-{7E8830C3-985D-7466-CA1C-F000B5AB63E4}" dt="2026-06-02T14:22:05.444" v="5"/>
        <pc:sldMkLst>
          <pc:docMk/>
          <pc:sldMk cId="1134098855" sldId="279"/>
        </pc:sldMkLst>
      </pc:sldChg>
      <pc:sldChg chg="add">
        <pc:chgData name="Murat Mut (PSP)" userId="S::mmut@starbucks.com::9d1cd654-2614-42cc-8a9b-f44c73943dbe" providerId="AD" clId="Web-{7E8830C3-985D-7466-CA1C-F000B5AB63E4}" dt="2026-06-02T14:22:05.616" v="6"/>
        <pc:sldMkLst>
          <pc:docMk/>
          <pc:sldMk cId="440092710" sldId="280"/>
        </pc:sldMkLst>
      </pc:sldChg>
      <pc:sldChg chg="add">
        <pc:chgData name="Murat Mut (PSP)" userId="S::mmut@starbucks.com::9d1cd654-2614-42cc-8a9b-f44c73943dbe" providerId="AD" clId="Web-{7E8830C3-985D-7466-CA1C-F000B5AB63E4}" dt="2026-06-02T14:22:05.725" v="7"/>
        <pc:sldMkLst>
          <pc:docMk/>
          <pc:sldMk cId="303419707" sldId="281"/>
        </pc:sldMkLst>
      </pc:sldChg>
      <pc:sldMasterChg chg="addSldLayout">
        <pc:chgData name="Murat Mut (PSP)" userId="S::mmut@starbucks.com::9d1cd654-2614-42cc-8a9b-f44c73943dbe" providerId="AD" clId="Web-{7E8830C3-985D-7466-CA1C-F000B5AB63E4}" dt="2026-06-02T14:22:04.819" v="1"/>
        <pc:sldMasterMkLst>
          <pc:docMk/>
          <pc:sldMasterMk cId="2737518437" sldId="2147483676"/>
        </pc:sldMasterMkLst>
        <pc:sldLayoutChg chg="add">
          <pc:chgData name="Murat Mut (PSP)" userId="S::mmut@starbucks.com::9d1cd654-2614-42cc-8a9b-f44c73943dbe" providerId="AD" clId="Web-{7E8830C3-985D-7466-CA1C-F000B5AB63E4}" dt="2026-06-02T14:22:04.819" v="1"/>
          <pc:sldLayoutMkLst>
            <pc:docMk/>
            <pc:sldMasterMk cId="2737518437" sldId="2147483676"/>
            <pc:sldLayoutMk cId="475167576" sldId="2147483694"/>
          </pc:sldLayoutMkLst>
        </pc:sldLayoutChg>
        <pc:sldLayoutChg chg="add">
          <pc:chgData name="Murat Mut (PSP)" userId="S::mmut@starbucks.com::9d1cd654-2614-42cc-8a9b-f44c73943dbe" providerId="AD" clId="Web-{7E8830C3-985D-7466-CA1C-F000B5AB63E4}" dt="2026-06-02T14:22:04.819" v="1"/>
          <pc:sldLayoutMkLst>
            <pc:docMk/>
            <pc:sldMasterMk cId="2737518437" sldId="2147483676"/>
            <pc:sldLayoutMk cId="2511278429" sldId="2147483695"/>
          </pc:sldLayoutMkLst>
        </pc:sldLayoutChg>
      </pc:sldMasterChg>
    </pc:docChg>
  </pc:docChgLst>
  <pc:docChgLst>
    <pc:chgData name="Murat Mut (PSP)" userId="S::mmut@starbucks.com::9d1cd654-2614-42cc-8a9b-f44c73943dbe" providerId="AD" clId="Web-{4B1E63A8-D129-1CFE-EC3C-B75D78996151}"/>
    <pc:docChg chg="modSld">
      <pc:chgData name="Murat Mut (PSP)" userId="S::mmut@starbucks.com::9d1cd654-2614-42cc-8a9b-f44c73943dbe" providerId="AD" clId="Web-{4B1E63A8-D129-1CFE-EC3C-B75D78996151}" dt="2026-06-02T16:34:40.187" v="141" actId="20577"/>
      <pc:docMkLst>
        <pc:docMk/>
      </pc:docMkLst>
      <pc:sldChg chg="modSp">
        <pc:chgData name="Murat Mut (PSP)" userId="S::mmut@starbucks.com::9d1cd654-2614-42cc-8a9b-f44c73943dbe" providerId="AD" clId="Web-{4B1E63A8-D129-1CFE-EC3C-B75D78996151}" dt="2026-06-02T16:32:14.231" v="2" actId="14100"/>
        <pc:sldMkLst>
          <pc:docMk/>
          <pc:sldMk cId="440092710" sldId="280"/>
        </pc:sldMkLst>
        <pc:picChg chg="mod">
          <ac:chgData name="Murat Mut (PSP)" userId="S::mmut@starbucks.com::9d1cd654-2614-42cc-8a9b-f44c73943dbe" providerId="AD" clId="Web-{4B1E63A8-D129-1CFE-EC3C-B75D78996151}" dt="2026-06-02T16:32:10.543" v="0" actId="1076"/>
          <ac:picMkLst>
            <pc:docMk/>
            <pc:sldMk cId="440092710" sldId="280"/>
            <ac:picMk id="4" creationId="{D5820C15-0685-CAFC-FD73-278055EC356A}"/>
          </ac:picMkLst>
        </pc:picChg>
        <pc:picChg chg="mod">
          <ac:chgData name="Murat Mut (PSP)" userId="S::mmut@starbucks.com::9d1cd654-2614-42cc-8a9b-f44c73943dbe" providerId="AD" clId="Web-{4B1E63A8-D129-1CFE-EC3C-B75D78996151}" dt="2026-06-02T16:32:14.231" v="2" actId="14100"/>
          <ac:picMkLst>
            <pc:docMk/>
            <pc:sldMk cId="440092710" sldId="280"/>
            <ac:picMk id="8" creationId="{2FA3D5F3-2449-2A8B-0EE8-0BC5B87D52D4}"/>
          </ac:picMkLst>
        </pc:picChg>
      </pc:sldChg>
      <pc:sldChg chg="modSp">
        <pc:chgData name="Murat Mut (PSP)" userId="S::mmut@starbucks.com::9d1cd654-2614-42cc-8a9b-f44c73943dbe" providerId="AD" clId="Web-{4B1E63A8-D129-1CFE-EC3C-B75D78996151}" dt="2026-06-02T16:34:40.187" v="141" actId="20577"/>
        <pc:sldMkLst>
          <pc:docMk/>
          <pc:sldMk cId="303419707" sldId="281"/>
        </pc:sldMkLst>
        <pc:spChg chg="mod">
          <ac:chgData name="Murat Mut (PSP)" userId="S::mmut@starbucks.com::9d1cd654-2614-42cc-8a9b-f44c73943dbe" providerId="AD" clId="Web-{4B1E63A8-D129-1CFE-EC3C-B75D78996151}" dt="2026-06-02T16:34:40.187" v="141" actId="20577"/>
          <ac:spMkLst>
            <pc:docMk/>
            <pc:sldMk cId="303419707" sldId="281"/>
            <ac:spMk id="3" creationId="{C022E68C-F0FE-4A40-7C77-F43288B8C490}"/>
          </ac:spMkLst>
        </pc:spChg>
        <pc:spChg chg="mod">
          <ac:chgData name="Murat Mut (PSP)" userId="S::mmut@starbucks.com::9d1cd654-2614-42cc-8a9b-f44c73943dbe" providerId="AD" clId="Web-{4B1E63A8-D129-1CFE-EC3C-B75D78996151}" dt="2026-06-02T16:33:02.326" v="19" actId="14100"/>
          <ac:spMkLst>
            <pc:docMk/>
            <pc:sldMk cId="303419707" sldId="281"/>
            <ac:spMk id="4" creationId="{75290CD7-8DCA-1C59-0FF0-9BA69732F2F0}"/>
          </ac:spMkLst>
        </pc:spChg>
      </pc:sldChg>
    </pc:docChg>
  </pc:docChgLst>
  <pc:docChgLst>
    <pc:chgData name="Kyle Kolomichuk" userId="S::kkolomic@starbucks.com::65cb9b15-7856-49e7-9b84-7bb71f318fc1" providerId="AD" clId="Web-{A8F2966D-355B-A6A5-0B2A-C4A51AA4A4C3}"/>
    <pc:docChg chg="addSld delSld modSld sldOrd">
      <pc:chgData name="Kyle Kolomichuk" userId="S::kkolomic@starbucks.com::65cb9b15-7856-49e7-9b84-7bb71f318fc1" providerId="AD" clId="Web-{A8F2966D-355B-A6A5-0B2A-C4A51AA4A4C3}" dt="2026-06-02T19:34:27.826" v="393" actId="20577"/>
      <pc:docMkLst>
        <pc:docMk/>
      </pc:docMkLst>
      <pc:sldChg chg="modSp">
        <pc:chgData name="Kyle Kolomichuk" userId="S::kkolomic@starbucks.com::65cb9b15-7856-49e7-9b84-7bb71f318fc1" providerId="AD" clId="Web-{A8F2966D-355B-A6A5-0B2A-C4A51AA4A4C3}" dt="2026-06-02T19:22:08.943" v="391" actId="20577"/>
        <pc:sldMkLst>
          <pc:docMk/>
          <pc:sldMk cId="1665232057" sldId="269"/>
        </pc:sldMkLst>
        <pc:spChg chg="mod">
          <ac:chgData name="Kyle Kolomichuk" userId="S::kkolomic@starbucks.com::65cb9b15-7856-49e7-9b84-7bb71f318fc1" providerId="AD" clId="Web-{A8F2966D-355B-A6A5-0B2A-C4A51AA4A4C3}" dt="2026-06-02T19:09:50.186" v="250" actId="20577"/>
          <ac:spMkLst>
            <pc:docMk/>
            <pc:sldMk cId="1665232057" sldId="269"/>
            <ac:spMk id="4" creationId="{C733758D-5CAD-7451-FD73-765D81204A75}"/>
          </ac:spMkLst>
        </pc:spChg>
        <pc:spChg chg="mod">
          <ac:chgData name="Kyle Kolomichuk" userId="S::kkolomic@starbucks.com::65cb9b15-7856-49e7-9b84-7bb71f318fc1" providerId="AD" clId="Web-{A8F2966D-355B-A6A5-0B2A-C4A51AA4A4C3}" dt="2026-06-02T17:18:37.430" v="11" actId="1076"/>
          <ac:spMkLst>
            <pc:docMk/>
            <pc:sldMk cId="1665232057" sldId="269"/>
            <ac:spMk id="13" creationId="{41DDD3A5-B59A-3905-2392-B1E010B10F33}"/>
          </ac:spMkLst>
        </pc:spChg>
        <pc:spChg chg="mod">
          <ac:chgData name="Kyle Kolomichuk" userId="S::kkolomic@starbucks.com::65cb9b15-7856-49e7-9b84-7bb71f318fc1" providerId="AD" clId="Web-{A8F2966D-355B-A6A5-0B2A-C4A51AA4A4C3}" dt="2026-06-02T19:22:08.943" v="391" actId="20577"/>
          <ac:spMkLst>
            <pc:docMk/>
            <pc:sldMk cId="1665232057" sldId="269"/>
            <ac:spMk id="16" creationId="{05A3301B-98DC-F11A-2213-7A0FA7D434CA}"/>
          </ac:spMkLst>
        </pc:spChg>
        <pc:graphicFrameChg chg="mod modGraphic">
          <ac:chgData name="Kyle Kolomichuk" userId="S::kkolomic@starbucks.com::65cb9b15-7856-49e7-9b84-7bb71f318fc1" providerId="AD" clId="Web-{A8F2966D-355B-A6A5-0B2A-C4A51AA4A4C3}" dt="2026-06-02T16:05:57.756" v="10"/>
          <ac:graphicFrameMkLst>
            <pc:docMk/>
            <pc:sldMk cId="1665232057" sldId="269"/>
            <ac:graphicFrameMk id="12" creationId="{E3079B16-1343-98DD-AE16-B55BA9B5F7C5}"/>
          </ac:graphicFrameMkLst>
        </pc:graphicFrameChg>
      </pc:sldChg>
      <pc:sldChg chg="modSp">
        <pc:chgData name="Kyle Kolomichuk" userId="S::kkolomic@starbucks.com::65cb9b15-7856-49e7-9b84-7bb71f318fc1" providerId="AD" clId="Web-{A8F2966D-355B-A6A5-0B2A-C4A51AA4A4C3}" dt="2026-06-02T19:34:27.826" v="393" actId="20577"/>
        <pc:sldMkLst>
          <pc:docMk/>
          <pc:sldMk cId="3664512108" sldId="283"/>
        </pc:sldMkLst>
        <pc:spChg chg="mod">
          <ac:chgData name="Kyle Kolomichuk" userId="S::kkolomic@starbucks.com::65cb9b15-7856-49e7-9b84-7bb71f318fc1" providerId="AD" clId="Web-{A8F2966D-355B-A6A5-0B2A-C4A51AA4A4C3}" dt="2026-06-02T19:09:45.624" v="245" actId="20577"/>
          <ac:spMkLst>
            <pc:docMk/>
            <pc:sldMk cId="3664512108" sldId="283"/>
            <ac:spMk id="4" creationId="{EF0AA943-4CD6-4CCD-2B54-BE9A33B86A08}"/>
          </ac:spMkLst>
        </pc:spChg>
        <pc:spChg chg="mod">
          <ac:chgData name="Kyle Kolomichuk" userId="S::kkolomic@starbucks.com::65cb9b15-7856-49e7-9b84-7bb71f318fc1" providerId="AD" clId="Web-{A8F2966D-355B-A6A5-0B2A-C4A51AA4A4C3}" dt="2026-06-02T19:34:27.826" v="393" actId="20577"/>
          <ac:spMkLst>
            <pc:docMk/>
            <pc:sldMk cId="3664512108" sldId="283"/>
            <ac:spMk id="7" creationId="{7FD6370A-8DEB-D586-B66C-EDA7107ED234}"/>
          </ac:spMkLst>
        </pc:spChg>
      </pc:sldChg>
    </pc:docChg>
  </pc:docChgLst>
  <pc:docChgLst>
    <pc:chgData name="Kyle Kolomichuk" userId="65cb9b15-7856-49e7-9b84-7bb71f318fc1" providerId="ADAL" clId="{C7D179E2-1152-48A6-8DE8-5E098DD2F6C2}"/>
    <pc:docChg chg="undo redo custSel addSld delSld modSld sldOrd">
      <pc:chgData name="Kyle Kolomichuk" userId="65cb9b15-7856-49e7-9b84-7bb71f318fc1" providerId="ADAL" clId="{C7D179E2-1152-48A6-8DE8-5E098DD2F6C2}" dt="2026-06-02T15:37:51.165" v="4950" actId="255"/>
      <pc:docMkLst>
        <pc:docMk/>
      </pc:docMkLst>
      <pc:sldChg chg="addSp delSp modSp add mod">
        <pc:chgData name="Kyle Kolomichuk" userId="65cb9b15-7856-49e7-9b84-7bb71f318fc1" providerId="ADAL" clId="{C7D179E2-1152-48A6-8DE8-5E098DD2F6C2}" dt="2026-06-02T15:36:48.834" v="4942" actId="1076"/>
        <pc:sldMkLst>
          <pc:docMk/>
          <pc:sldMk cId="1665232057" sldId="269"/>
        </pc:sldMkLst>
        <pc:spChg chg="mod">
          <ac:chgData name="Kyle Kolomichuk" userId="65cb9b15-7856-49e7-9b84-7bb71f318fc1" providerId="ADAL" clId="{C7D179E2-1152-48A6-8DE8-5E098DD2F6C2}" dt="2026-06-02T15:31:46.343" v="4442" actId="20577"/>
          <ac:spMkLst>
            <pc:docMk/>
            <pc:sldMk cId="1665232057" sldId="269"/>
            <ac:spMk id="7" creationId="{A1015E7F-5AAF-1F0E-33E8-5995CECAB93A}"/>
          </ac:spMkLst>
        </pc:spChg>
        <pc:spChg chg="add mod">
          <ac:chgData name="Kyle Kolomichuk" userId="65cb9b15-7856-49e7-9b84-7bb71f318fc1" providerId="ADAL" clId="{C7D179E2-1152-48A6-8DE8-5E098DD2F6C2}" dt="2026-06-02T15:36:28.118" v="4941" actId="1076"/>
          <ac:spMkLst>
            <pc:docMk/>
            <pc:sldMk cId="1665232057" sldId="269"/>
            <ac:spMk id="13" creationId="{41DDD3A5-B59A-3905-2392-B1E010B10F33}"/>
          </ac:spMkLst>
        </pc:spChg>
        <pc:spChg chg="add mod">
          <ac:chgData name="Kyle Kolomichuk" userId="65cb9b15-7856-49e7-9b84-7bb71f318fc1" providerId="ADAL" clId="{C7D179E2-1152-48A6-8DE8-5E098DD2F6C2}" dt="2026-06-02T15:36:48.834" v="4942" actId="1076"/>
          <ac:spMkLst>
            <pc:docMk/>
            <pc:sldMk cId="1665232057" sldId="269"/>
            <ac:spMk id="16" creationId="{05A3301B-98DC-F11A-2213-7A0FA7D434CA}"/>
          </ac:spMkLst>
        </pc:spChg>
        <pc:graphicFrameChg chg="add mod modGraphic">
          <ac:chgData name="Kyle Kolomichuk" userId="65cb9b15-7856-49e7-9b84-7bb71f318fc1" providerId="ADAL" clId="{C7D179E2-1152-48A6-8DE8-5E098DD2F6C2}" dt="2026-06-02T15:36:28.118" v="4941" actId="1076"/>
          <ac:graphicFrameMkLst>
            <pc:docMk/>
            <pc:sldMk cId="1665232057" sldId="269"/>
            <ac:graphicFrameMk id="12" creationId="{E3079B16-1343-98DD-AE16-B55BA9B5F7C5}"/>
          </ac:graphicFrameMkLst>
        </pc:graphicFrameChg>
      </pc:sldChg>
      <pc:sldChg chg="modSp add mod ord">
        <pc:chgData name="Kyle Kolomichuk" userId="65cb9b15-7856-49e7-9b84-7bb71f318fc1" providerId="ADAL" clId="{C7D179E2-1152-48A6-8DE8-5E098DD2F6C2}" dt="2026-06-02T15:37:51.165" v="4950" actId="255"/>
        <pc:sldMkLst>
          <pc:docMk/>
          <pc:sldMk cId="3664512108" sldId="283"/>
        </pc:sldMkLst>
        <pc:spChg chg="mod">
          <ac:chgData name="Kyle Kolomichuk" userId="65cb9b15-7856-49e7-9b84-7bb71f318fc1" providerId="ADAL" clId="{C7D179E2-1152-48A6-8DE8-5E098DD2F6C2}" dt="2026-06-02T15:37:21.986" v="4948" actId="1076"/>
          <ac:spMkLst>
            <pc:docMk/>
            <pc:sldMk cId="3664512108" sldId="283"/>
            <ac:spMk id="7" creationId="{7FD6370A-8DEB-D586-B66C-EDA7107ED234}"/>
          </ac:spMkLst>
        </pc:spChg>
        <pc:graphicFrameChg chg="mod ord">
          <ac:chgData name="Kyle Kolomichuk" userId="65cb9b15-7856-49e7-9b84-7bb71f318fc1" providerId="ADAL" clId="{C7D179E2-1152-48A6-8DE8-5E098DD2F6C2}" dt="2026-06-02T15:37:51.165" v="4950" actId="255"/>
          <ac:graphicFrameMkLst>
            <pc:docMk/>
            <pc:sldMk cId="3664512108" sldId="283"/>
            <ac:graphicFrameMk id="6" creationId="{129D56FA-2A2F-1568-555D-0E51B0F472D9}"/>
          </ac:graphicFrameMkLst>
        </pc:graphicFrameChg>
        <pc:graphicFrameChg chg="mod">
          <ac:chgData name="Kyle Kolomichuk" userId="65cb9b15-7856-49e7-9b84-7bb71f318fc1" providerId="ADAL" clId="{C7D179E2-1152-48A6-8DE8-5E098DD2F6C2}" dt="2026-06-02T15:37:47.564" v="4949" actId="255"/>
          <ac:graphicFrameMkLst>
            <pc:docMk/>
            <pc:sldMk cId="3664512108" sldId="283"/>
            <ac:graphicFrameMk id="9" creationId="{1711790D-1A69-E75B-3EFB-2BAEF09ECCBE}"/>
          </ac:graphicFrameMkLst>
        </pc:graphicFrameChg>
      </pc:sldChg>
    </pc:docChg>
  </pc:docChgLst>
  <pc:docChgLst>
    <pc:chgData name="Akshay Jain" userId="S::ajain@starbucks.com::fb60b265-49c8-4ba6-9809-947100bdbede" providerId="AD" clId="Web-{58FC20A8-83E8-051E-DB47-0630CDDD4F20}"/>
    <pc:docChg chg="modSld">
      <pc:chgData name="Akshay Jain" userId="S::ajain@starbucks.com::fb60b265-49c8-4ba6-9809-947100bdbede" providerId="AD" clId="Web-{58FC20A8-83E8-051E-DB47-0630CDDD4F20}" dt="2026-06-06T16:48:06.815" v="2" actId="1076"/>
      <pc:docMkLst>
        <pc:docMk/>
      </pc:docMkLst>
      <pc:sldChg chg="modSp">
        <pc:chgData name="Akshay Jain" userId="S::ajain@starbucks.com::fb60b265-49c8-4ba6-9809-947100bdbede" providerId="AD" clId="Web-{58FC20A8-83E8-051E-DB47-0630CDDD4F20}" dt="2026-06-06T16:45:56.673" v="0"/>
        <pc:sldMkLst>
          <pc:docMk/>
          <pc:sldMk cId="1616976138" sldId="268"/>
        </pc:sldMkLst>
        <pc:graphicFrameChg chg="modGraphic">
          <ac:chgData name="Akshay Jain" userId="S::ajain@starbucks.com::fb60b265-49c8-4ba6-9809-947100bdbede" providerId="AD" clId="Web-{58FC20A8-83E8-051E-DB47-0630CDDD4F20}" dt="2026-06-06T16:45:56.673" v="0"/>
          <ac:graphicFrameMkLst>
            <pc:docMk/>
            <pc:sldMk cId="1616976138" sldId="268"/>
            <ac:graphicFrameMk id="8" creationId="{06ABBB43-6805-D7FC-EDC0-F6E03BA934C9}"/>
          </ac:graphicFrameMkLst>
        </pc:graphicFrameChg>
      </pc:sldChg>
      <pc:sldChg chg="modSp">
        <pc:chgData name="Akshay Jain" userId="S::ajain@starbucks.com::fb60b265-49c8-4ba6-9809-947100bdbede" providerId="AD" clId="Web-{58FC20A8-83E8-051E-DB47-0630CDDD4F20}" dt="2026-06-06T16:48:06.815" v="2" actId="1076"/>
        <pc:sldMkLst>
          <pc:docMk/>
          <pc:sldMk cId="2047683990" sldId="2147483639"/>
        </pc:sldMkLst>
        <pc:picChg chg="mod">
          <ac:chgData name="Akshay Jain" userId="S::ajain@starbucks.com::fb60b265-49c8-4ba6-9809-947100bdbede" providerId="AD" clId="Web-{58FC20A8-83E8-051E-DB47-0630CDDD4F20}" dt="2026-06-06T16:48:06.815" v="2" actId="1076"/>
          <ac:picMkLst>
            <pc:docMk/>
            <pc:sldMk cId="2047683990" sldId="2147483639"/>
            <ac:picMk id="2050" creationId="{AC2D47AF-D6A4-3988-0DF7-D089E1F0CFC8}"/>
          </ac:picMkLst>
        </pc:picChg>
      </pc:sldChg>
    </pc:docChg>
  </pc:docChgLst>
  <pc:docChgLst>
    <pc:chgData name="Murat Mut (PSP)" userId="S::mmut@starbucks.com::9d1cd654-2614-42cc-8a9b-f44c73943dbe" providerId="AD" clId="Web-{7FFF95F0-F478-97A9-C0F6-64EAD0386760}"/>
    <pc:docChg chg="modSld">
      <pc:chgData name="Murat Mut (PSP)" userId="S::mmut@starbucks.com::9d1cd654-2614-42cc-8a9b-f44c73943dbe" providerId="AD" clId="Web-{7FFF95F0-F478-97A9-C0F6-64EAD0386760}" dt="2026-06-02T18:06:42.639" v="156" actId="20577"/>
      <pc:docMkLst>
        <pc:docMk/>
      </pc:docMkLst>
      <pc:sldChg chg="modSp">
        <pc:chgData name="Murat Mut (PSP)" userId="S::mmut@starbucks.com::9d1cd654-2614-42cc-8a9b-f44c73943dbe" providerId="AD" clId="Web-{7FFF95F0-F478-97A9-C0F6-64EAD0386760}" dt="2026-06-02T16:47:55.874" v="50" actId="20577"/>
        <pc:sldMkLst>
          <pc:docMk/>
          <pc:sldMk cId="1196552878" sldId="277"/>
        </pc:sldMkLst>
        <pc:spChg chg="mod">
          <ac:chgData name="Murat Mut (PSP)" userId="S::mmut@starbucks.com::9d1cd654-2614-42cc-8a9b-f44c73943dbe" providerId="AD" clId="Web-{7FFF95F0-F478-97A9-C0F6-64EAD0386760}" dt="2026-06-02T16:47:55.874" v="50" actId="20577"/>
          <ac:spMkLst>
            <pc:docMk/>
            <pc:sldMk cId="1196552878" sldId="277"/>
            <ac:spMk id="2" creationId="{111FD289-7B12-015B-FA69-DDE4CEEF8D29}"/>
          </ac:spMkLst>
        </pc:spChg>
      </pc:sldChg>
      <pc:sldChg chg="addSp delSp modSp">
        <pc:chgData name="Murat Mut (PSP)" userId="S::mmut@starbucks.com::9d1cd654-2614-42cc-8a9b-f44c73943dbe" providerId="AD" clId="Web-{7FFF95F0-F478-97A9-C0F6-64EAD0386760}" dt="2026-06-02T18:06:42.639" v="156" actId="20577"/>
        <pc:sldMkLst>
          <pc:docMk/>
          <pc:sldMk cId="303419707" sldId="281"/>
        </pc:sldMkLst>
        <pc:spChg chg="mod">
          <ac:chgData name="Murat Mut (PSP)" userId="S::mmut@starbucks.com::9d1cd654-2614-42cc-8a9b-f44c73943dbe" providerId="AD" clId="Web-{7FFF95F0-F478-97A9-C0F6-64EAD0386760}" dt="2026-06-02T18:06:42.639" v="156" actId="20577"/>
          <ac:spMkLst>
            <pc:docMk/>
            <pc:sldMk cId="303419707" sldId="281"/>
            <ac:spMk id="3" creationId="{C022E68C-F0FE-4A40-7C77-F43288B8C490}"/>
          </ac:spMkLst>
        </pc:spChg>
        <pc:spChg chg="mod">
          <ac:chgData name="Murat Mut (PSP)" userId="S::mmut@starbucks.com::9d1cd654-2614-42cc-8a9b-f44c73943dbe" providerId="AD" clId="Web-{7FFF95F0-F478-97A9-C0F6-64EAD0386760}" dt="2026-06-02T16:53:05.464" v="130" actId="14100"/>
          <ac:spMkLst>
            <pc:docMk/>
            <pc:sldMk cId="303419707" sldId="281"/>
            <ac:spMk id="4" creationId="{75290CD7-8DCA-1C59-0FF0-9BA69732F2F0}"/>
          </ac:spMkLst>
        </pc:spChg>
        <pc:spChg chg="add mod">
          <ac:chgData name="Murat Mut (PSP)" userId="S::mmut@starbucks.com::9d1cd654-2614-42cc-8a9b-f44c73943dbe" providerId="AD" clId="Web-{7FFF95F0-F478-97A9-C0F6-64EAD0386760}" dt="2026-06-02T16:50:13.114" v="77" actId="14100"/>
          <ac:spMkLst>
            <pc:docMk/>
            <pc:sldMk cId="303419707" sldId="281"/>
            <ac:spMk id="5" creationId="{E0088BB9-F49C-F85C-5DB7-06D9DD3EE972}"/>
          </ac:spMkLst>
        </pc:spChg>
        <pc:spChg chg="add mod">
          <ac:chgData name="Murat Mut (PSP)" userId="S::mmut@starbucks.com::9d1cd654-2614-42cc-8a9b-f44c73943dbe" providerId="AD" clId="Web-{7FFF95F0-F478-97A9-C0F6-64EAD0386760}" dt="2026-06-02T18:06:20.998" v="154" actId="20577"/>
          <ac:spMkLst>
            <pc:docMk/>
            <pc:sldMk cId="303419707" sldId="281"/>
            <ac:spMk id="9" creationId="{F5782FE7-0F4A-409E-35F6-A310DEE717C2}"/>
          </ac:spMkLst>
        </pc:spChg>
      </pc:sldChg>
    </pc:docChg>
  </pc:docChgLst>
  <pc:docChgLst>
    <pc:chgData name="Kyle Kolomichuk" userId="S::kkolomic@starbucks.com::65cb9b15-7856-49e7-9b84-7bb71f318fc1" providerId="AD" clId="Web-{685ED38A-A956-E755-AFB7-613B9CC9FE06}"/>
    <pc:docChg chg="modSld">
      <pc:chgData name="Kyle Kolomichuk" userId="S::kkolomic@starbucks.com::65cb9b15-7856-49e7-9b84-7bb71f318fc1" providerId="AD" clId="Web-{685ED38A-A956-E755-AFB7-613B9CC9FE06}" dt="2026-06-02T14:31:37.598" v="120" actId="1076"/>
      <pc:docMkLst>
        <pc:docMk/>
      </pc:docMkLst>
    </pc:docChg>
  </pc:docChgLst>
  <pc:docChgLst>
    <pc:chgData name="Jean-Yves Pip Courbois (PSP)" userId="a1924744-714f-4235-8b2d-b9ec7101b88f" providerId="ADAL" clId="{CEAB3496-4800-44A7-987C-D5B8EE02B89E}"/>
    <pc:docChg chg="undo custSel addSld delSld modSld sldOrd modMainMaster">
      <pc:chgData name="Jean-Yves Pip Courbois (PSP)" userId="a1924744-714f-4235-8b2d-b9ec7101b88f" providerId="ADAL" clId="{CEAB3496-4800-44A7-987C-D5B8EE02B89E}" dt="2026-06-05T20:14:35.621" v="13967" actId="20577"/>
      <pc:docMkLst>
        <pc:docMk/>
      </pc:docMkLst>
      <pc:sldChg chg="addSp delSp modSp new mod ord">
        <pc:chgData name="Jean-Yves Pip Courbois (PSP)" userId="a1924744-714f-4235-8b2d-b9ec7101b88f" providerId="ADAL" clId="{CEAB3496-4800-44A7-987C-D5B8EE02B89E}" dt="2026-06-01T17:09:15.398" v="7307" actId="20577"/>
        <pc:sldMkLst>
          <pc:docMk/>
          <pc:sldMk cId="484004180" sldId="256"/>
        </pc:sldMkLst>
        <pc:spChg chg="mod">
          <ac:chgData name="Jean-Yves Pip Courbois (PSP)" userId="a1924744-714f-4235-8b2d-b9ec7101b88f" providerId="ADAL" clId="{CEAB3496-4800-44A7-987C-D5B8EE02B89E}" dt="2026-06-01T16:55:25.021" v="5776" actId="20577"/>
          <ac:spMkLst>
            <pc:docMk/>
            <pc:sldMk cId="484004180" sldId="256"/>
            <ac:spMk id="3" creationId="{F06FE750-824F-6A0B-554F-51D21D9511D3}"/>
          </ac:spMkLst>
        </pc:spChg>
        <pc:spChg chg="mod">
          <ac:chgData name="Jean-Yves Pip Courbois (PSP)" userId="a1924744-714f-4235-8b2d-b9ec7101b88f" providerId="ADAL" clId="{CEAB3496-4800-44A7-987C-D5B8EE02B89E}" dt="2026-06-01T16:53:42.412" v="5534" actId="20577"/>
          <ac:spMkLst>
            <pc:docMk/>
            <pc:sldMk cId="484004180" sldId="256"/>
            <ac:spMk id="4" creationId="{0DB66B15-5692-0352-4B38-CB9B880C567D}"/>
          </ac:spMkLst>
        </pc:spChg>
        <pc:spChg chg="add mod">
          <ac:chgData name="Jean-Yves Pip Courbois (PSP)" userId="a1924744-714f-4235-8b2d-b9ec7101b88f" providerId="ADAL" clId="{CEAB3496-4800-44A7-987C-D5B8EE02B89E}" dt="2026-06-01T16:58:57.288" v="6169" actId="20577"/>
          <ac:spMkLst>
            <pc:docMk/>
            <pc:sldMk cId="484004180" sldId="256"/>
            <ac:spMk id="7" creationId="{C8B879FF-2898-F128-46D0-3FFE24075EA4}"/>
          </ac:spMkLst>
        </pc:spChg>
        <pc:spChg chg="add mod">
          <ac:chgData name="Jean-Yves Pip Courbois (PSP)" userId="a1924744-714f-4235-8b2d-b9ec7101b88f" providerId="ADAL" clId="{CEAB3496-4800-44A7-987C-D5B8EE02B89E}" dt="2026-06-01T16:56:28.497" v="5929" actId="20577"/>
          <ac:spMkLst>
            <pc:docMk/>
            <pc:sldMk cId="484004180" sldId="256"/>
            <ac:spMk id="11" creationId="{95389227-6D6A-F662-56D9-1CC69D32629A}"/>
          </ac:spMkLst>
        </pc:spChg>
        <pc:spChg chg="add mod">
          <ac:chgData name="Jean-Yves Pip Courbois (PSP)" userId="a1924744-714f-4235-8b2d-b9ec7101b88f" providerId="ADAL" clId="{CEAB3496-4800-44A7-987C-D5B8EE02B89E}" dt="2026-06-01T17:02:17.111" v="6572" actId="20577"/>
          <ac:spMkLst>
            <pc:docMk/>
            <pc:sldMk cId="484004180" sldId="256"/>
            <ac:spMk id="12" creationId="{1528ED60-CCB0-961F-F92D-415E36014F92}"/>
          </ac:spMkLst>
        </pc:spChg>
        <pc:spChg chg="add mod">
          <ac:chgData name="Jean-Yves Pip Courbois (PSP)" userId="a1924744-714f-4235-8b2d-b9ec7101b88f" providerId="ADAL" clId="{CEAB3496-4800-44A7-987C-D5B8EE02B89E}" dt="2026-06-01T17:06:03.908" v="6873" actId="20577"/>
          <ac:spMkLst>
            <pc:docMk/>
            <pc:sldMk cId="484004180" sldId="256"/>
            <ac:spMk id="14" creationId="{0E89B1F6-00A1-BF44-2F60-2D715D4BF1AC}"/>
          </ac:spMkLst>
        </pc:spChg>
        <pc:spChg chg="mod">
          <ac:chgData name="Jean-Yves Pip Courbois (PSP)" userId="a1924744-714f-4235-8b2d-b9ec7101b88f" providerId="ADAL" clId="{CEAB3496-4800-44A7-987C-D5B8EE02B89E}" dt="2026-06-01T17:02:36.595" v="6573" actId="1076"/>
          <ac:spMkLst>
            <pc:docMk/>
            <pc:sldMk cId="484004180" sldId="256"/>
            <ac:spMk id="15" creationId="{EF10DA86-77A6-DCD0-DF3D-E298A95AE003}"/>
          </ac:spMkLst>
        </pc:spChg>
        <pc:spChg chg="mod">
          <ac:chgData name="Jean-Yves Pip Courbois (PSP)" userId="a1924744-714f-4235-8b2d-b9ec7101b88f" providerId="ADAL" clId="{CEAB3496-4800-44A7-987C-D5B8EE02B89E}" dt="2026-06-01T17:07:39.603" v="7014" actId="20577"/>
          <ac:spMkLst>
            <pc:docMk/>
            <pc:sldMk cId="484004180" sldId="256"/>
            <ac:spMk id="16" creationId="{B304A8E5-1CE1-E37F-794E-5952E40D9B2B}"/>
          </ac:spMkLst>
        </pc:spChg>
        <pc:spChg chg="add mod">
          <ac:chgData name="Jean-Yves Pip Courbois (PSP)" userId="a1924744-714f-4235-8b2d-b9ec7101b88f" providerId="ADAL" clId="{CEAB3496-4800-44A7-987C-D5B8EE02B89E}" dt="2026-06-01T17:02:47.702" v="6584" actId="20577"/>
          <ac:spMkLst>
            <pc:docMk/>
            <pc:sldMk cId="484004180" sldId="256"/>
            <ac:spMk id="28" creationId="{B3EA5A70-8AEB-6F04-9CA0-B96B9865BCF0}"/>
          </ac:spMkLst>
        </pc:spChg>
        <pc:spChg chg="add mod">
          <ac:chgData name="Jean-Yves Pip Courbois (PSP)" userId="a1924744-714f-4235-8b2d-b9ec7101b88f" providerId="ADAL" clId="{CEAB3496-4800-44A7-987C-D5B8EE02B89E}" dt="2026-06-01T17:04:52.804" v="6803" actId="20577"/>
          <ac:spMkLst>
            <pc:docMk/>
            <pc:sldMk cId="484004180" sldId="256"/>
            <ac:spMk id="29" creationId="{7699D939-2373-C79A-61F0-24BD3C2FE08B}"/>
          </ac:spMkLst>
        </pc:spChg>
        <pc:spChg chg="add mod">
          <ac:chgData name="Jean-Yves Pip Courbois (PSP)" userId="a1924744-714f-4235-8b2d-b9ec7101b88f" providerId="ADAL" clId="{CEAB3496-4800-44A7-987C-D5B8EE02B89E}" dt="2026-06-01T17:04:49.167" v="6800" actId="1076"/>
          <ac:spMkLst>
            <pc:docMk/>
            <pc:sldMk cId="484004180" sldId="256"/>
            <ac:spMk id="30" creationId="{104E8960-C684-6572-1BAA-1CFF9885CBAB}"/>
          </ac:spMkLst>
        </pc:spChg>
        <pc:spChg chg="add mod">
          <ac:chgData name="Jean-Yves Pip Courbois (PSP)" userId="a1924744-714f-4235-8b2d-b9ec7101b88f" providerId="ADAL" clId="{CEAB3496-4800-44A7-987C-D5B8EE02B89E}" dt="2026-06-01T17:09:15.398" v="7307" actId="20577"/>
          <ac:spMkLst>
            <pc:docMk/>
            <pc:sldMk cId="484004180" sldId="256"/>
            <ac:spMk id="31" creationId="{C7452BF8-BBF5-7E9A-A13D-18313B12782E}"/>
          </ac:spMkLst>
        </pc:spChg>
      </pc:sldChg>
      <pc:sldChg chg="modSp mod">
        <pc:chgData name="Jean-Yves Pip Courbois (PSP)" userId="a1924744-714f-4235-8b2d-b9ec7101b88f" providerId="ADAL" clId="{CEAB3496-4800-44A7-987C-D5B8EE02B89E}" dt="2026-06-02T15:15:06.580" v="12257" actId="20577"/>
        <pc:sldMkLst>
          <pc:docMk/>
          <pc:sldMk cId="3206237688" sldId="257"/>
        </pc:sldMkLst>
        <pc:spChg chg="mod">
          <ac:chgData name="Jean-Yves Pip Courbois (PSP)" userId="a1924744-714f-4235-8b2d-b9ec7101b88f" providerId="ADAL" clId="{CEAB3496-4800-44A7-987C-D5B8EE02B89E}" dt="2026-06-02T15:15:06.580" v="12257" actId="20577"/>
          <ac:spMkLst>
            <pc:docMk/>
            <pc:sldMk cId="3206237688" sldId="257"/>
            <ac:spMk id="6" creationId="{6BB4B37D-D3E5-5B01-DF37-73CD4235C034}"/>
          </ac:spMkLst>
        </pc:spChg>
      </pc:sldChg>
      <pc:sldChg chg="addSp modSp new mod">
        <pc:chgData name="Jean-Yves Pip Courbois (PSP)" userId="a1924744-714f-4235-8b2d-b9ec7101b88f" providerId="ADAL" clId="{CEAB3496-4800-44A7-987C-D5B8EE02B89E}" dt="2026-06-02T14:47:48.795" v="11359" actId="20577"/>
        <pc:sldMkLst>
          <pc:docMk/>
          <pc:sldMk cId="251875033" sldId="258"/>
        </pc:sldMkLst>
        <pc:spChg chg="mod">
          <ac:chgData name="Jean-Yves Pip Courbois (PSP)" userId="a1924744-714f-4235-8b2d-b9ec7101b88f" providerId="ADAL" clId="{CEAB3496-4800-44A7-987C-D5B8EE02B89E}" dt="2026-06-01T17:46:30.379" v="7576" actId="20577"/>
          <ac:spMkLst>
            <pc:docMk/>
            <pc:sldMk cId="251875033" sldId="258"/>
            <ac:spMk id="3" creationId="{A6311733-FF8A-1108-7CF8-0D4F25DADB11}"/>
          </ac:spMkLst>
        </pc:spChg>
        <pc:spChg chg="mod">
          <ac:chgData name="Jean-Yves Pip Courbois (PSP)" userId="a1924744-714f-4235-8b2d-b9ec7101b88f" providerId="ADAL" clId="{CEAB3496-4800-44A7-987C-D5B8EE02B89E}" dt="2026-06-02T14:47:48.795" v="11359" actId="20577"/>
          <ac:spMkLst>
            <pc:docMk/>
            <pc:sldMk cId="251875033" sldId="258"/>
            <ac:spMk id="4" creationId="{B32B1304-6220-A847-57F8-2EE779058BA1}"/>
          </ac:spMkLst>
        </pc:spChg>
        <pc:spChg chg="add mod">
          <ac:chgData name="Jean-Yves Pip Courbois (PSP)" userId="a1924744-714f-4235-8b2d-b9ec7101b88f" providerId="ADAL" clId="{CEAB3496-4800-44A7-987C-D5B8EE02B89E}" dt="2026-06-01T18:01:28.095" v="8746" actId="114"/>
          <ac:spMkLst>
            <pc:docMk/>
            <pc:sldMk cId="251875033" sldId="258"/>
            <ac:spMk id="6" creationId="{F71D6A5D-6F5E-191A-C230-D19C906CFF26}"/>
          </ac:spMkLst>
        </pc:spChg>
        <pc:picChg chg="add mod">
          <ac:chgData name="Jean-Yves Pip Courbois (PSP)" userId="a1924744-714f-4235-8b2d-b9ec7101b88f" providerId="ADAL" clId="{CEAB3496-4800-44A7-987C-D5B8EE02B89E}" dt="2026-06-01T16:29:55.175" v="4422" actId="1076"/>
          <ac:picMkLst>
            <pc:docMk/>
            <pc:sldMk cId="251875033" sldId="258"/>
            <ac:picMk id="8" creationId="{D8D8DF41-2F92-2E80-1C30-AB8922768456}"/>
          </ac:picMkLst>
        </pc:picChg>
        <pc:picChg chg="add mod">
          <ac:chgData name="Jean-Yves Pip Courbois (PSP)" userId="a1924744-714f-4235-8b2d-b9ec7101b88f" providerId="ADAL" clId="{CEAB3496-4800-44A7-987C-D5B8EE02B89E}" dt="2026-06-01T16:29:43.134" v="4418" actId="1076"/>
          <ac:picMkLst>
            <pc:docMk/>
            <pc:sldMk cId="251875033" sldId="258"/>
            <ac:picMk id="10" creationId="{00426A1E-D4BF-0DB9-5DB4-A214B6988DC0}"/>
          </ac:picMkLst>
        </pc:picChg>
        <pc:picChg chg="add mod">
          <ac:chgData name="Jean-Yves Pip Courbois (PSP)" userId="a1924744-714f-4235-8b2d-b9ec7101b88f" providerId="ADAL" clId="{CEAB3496-4800-44A7-987C-D5B8EE02B89E}" dt="2026-06-01T16:29:49.215" v="4420" actId="1076"/>
          <ac:picMkLst>
            <pc:docMk/>
            <pc:sldMk cId="251875033" sldId="258"/>
            <ac:picMk id="12" creationId="{97A29A8A-1EFD-C341-90A4-013DE2E62086}"/>
          </ac:picMkLst>
        </pc:picChg>
      </pc:sldChg>
      <pc:sldChg chg="addSp delSp modSp new mod">
        <pc:chgData name="Jean-Yves Pip Courbois (PSP)" userId="a1924744-714f-4235-8b2d-b9ec7101b88f" providerId="ADAL" clId="{CEAB3496-4800-44A7-987C-D5B8EE02B89E}" dt="2026-06-01T16:31:14.801" v="4600" actId="20577"/>
        <pc:sldMkLst>
          <pc:docMk/>
          <pc:sldMk cId="3965176413" sldId="259"/>
        </pc:sldMkLst>
        <pc:spChg chg="mod">
          <ac:chgData name="Jean-Yves Pip Courbois (PSP)" userId="a1924744-714f-4235-8b2d-b9ec7101b88f" providerId="ADAL" clId="{CEAB3496-4800-44A7-987C-D5B8EE02B89E}" dt="2026-06-01T03:46:22.181" v="2458" actId="14100"/>
          <ac:spMkLst>
            <pc:docMk/>
            <pc:sldMk cId="3965176413" sldId="259"/>
            <ac:spMk id="4" creationId="{29C62F78-B783-8952-8790-2DD65AD7AD39}"/>
          </ac:spMkLst>
        </pc:spChg>
        <pc:spChg chg="mod">
          <ac:chgData name="Jean-Yves Pip Courbois (PSP)" userId="a1924744-714f-4235-8b2d-b9ec7101b88f" providerId="ADAL" clId="{CEAB3496-4800-44A7-987C-D5B8EE02B89E}" dt="2026-06-01T03:53:36.310" v="2780" actId="1076"/>
          <ac:spMkLst>
            <pc:docMk/>
            <pc:sldMk cId="3965176413" sldId="259"/>
            <ac:spMk id="6" creationId="{1AD0DF5C-C648-93A7-7826-65618FFAB37B}"/>
          </ac:spMkLst>
        </pc:spChg>
        <pc:spChg chg="mod">
          <ac:chgData name="Jean-Yves Pip Courbois (PSP)" userId="a1924744-714f-4235-8b2d-b9ec7101b88f" providerId="ADAL" clId="{CEAB3496-4800-44A7-987C-D5B8EE02B89E}" dt="2026-06-01T03:47:11.734" v="2528" actId="1076"/>
          <ac:spMkLst>
            <pc:docMk/>
            <pc:sldMk cId="3965176413" sldId="259"/>
            <ac:spMk id="7" creationId="{562A8D0F-016B-0256-FF69-B6038025C9EF}"/>
          </ac:spMkLst>
        </pc:spChg>
        <pc:spChg chg="add mod">
          <ac:chgData name="Jean-Yves Pip Courbois (PSP)" userId="a1924744-714f-4235-8b2d-b9ec7101b88f" providerId="ADAL" clId="{CEAB3496-4800-44A7-987C-D5B8EE02B89E}" dt="2026-06-01T03:53:36.310" v="2780" actId="1076"/>
          <ac:spMkLst>
            <pc:docMk/>
            <pc:sldMk cId="3965176413" sldId="259"/>
            <ac:spMk id="8" creationId="{12D303F3-2C77-432A-1FEB-192E62959B0D}"/>
          </ac:spMkLst>
        </pc:spChg>
        <pc:spChg chg="mod">
          <ac:chgData name="Jean-Yves Pip Courbois (PSP)" userId="a1924744-714f-4235-8b2d-b9ec7101b88f" providerId="ADAL" clId="{CEAB3496-4800-44A7-987C-D5B8EE02B89E}" dt="2026-06-01T03:47:11.734" v="2528" actId="1076"/>
          <ac:spMkLst>
            <pc:docMk/>
            <pc:sldMk cId="3965176413" sldId="259"/>
            <ac:spMk id="9" creationId="{E8BC70AB-0DD1-795E-409B-29FF21973D9A}"/>
          </ac:spMkLst>
        </pc:spChg>
        <pc:spChg chg="mod">
          <ac:chgData name="Jean-Yves Pip Courbois (PSP)" userId="a1924744-714f-4235-8b2d-b9ec7101b88f" providerId="ADAL" clId="{CEAB3496-4800-44A7-987C-D5B8EE02B89E}" dt="2026-06-01T03:50:06.550" v="2564" actId="1076"/>
          <ac:spMkLst>
            <pc:docMk/>
            <pc:sldMk cId="3965176413" sldId="259"/>
            <ac:spMk id="10" creationId="{EC29DB91-B528-E1AF-4EC0-547D1F29C8AF}"/>
          </ac:spMkLst>
        </pc:spChg>
        <pc:spChg chg="mod">
          <ac:chgData name="Jean-Yves Pip Courbois (PSP)" userId="a1924744-714f-4235-8b2d-b9ec7101b88f" providerId="ADAL" clId="{CEAB3496-4800-44A7-987C-D5B8EE02B89E}" dt="2026-06-01T03:47:11.734" v="2528" actId="1076"/>
          <ac:spMkLst>
            <pc:docMk/>
            <pc:sldMk cId="3965176413" sldId="259"/>
            <ac:spMk id="11" creationId="{719C975C-BB59-2159-AFBD-EC8387A94686}"/>
          </ac:spMkLst>
        </pc:spChg>
        <pc:spChg chg="mod">
          <ac:chgData name="Jean-Yves Pip Courbois (PSP)" userId="a1924744-714f-4235-8b2d-b9ec7101b88f" providerId="ADAL" clId="{CEAB3496-4800-44A7-987C-D5B8EE02B89E}" dt="2026-06-01T03:53:36.310" v="2780" actId="1076"/>
          <ac:spMkLst>
            <pc:docMk/>
            <pc:sldMk cId="3965176413" sldId="259"/>
            <ac:spMk id="14" creationId="{5384969C-44E0-BC76-9E6D-CB19169C9BCA}"/>
          </ac:spMkLst>
        </pc:spChg>
        <pc:spChg chg="mod">
          <ac:chgData name="Jean-Yves Pip Courbois (PSP)" userId="a1924744-714f-4235-8b2d-b9ec7101b88f" providerId="ADAL" clId="{CEAB3496-4800-44A7-987C-D5B8EE02B89E}" dt="2026-06-01T03:47:11.734" v="2528" actId="1076"/>
          <ac:spMkLst>
            <pc:docMk/>
            <pc:sldMk cId="3965176413" sldId="259"/>
            <ac:spMk id="15" creationId="{559DADB2-9010-679D-2437-E56C7ED826D1}"/>
          </ac:spMkLst>
        </pc:spChg>
        <pc:spChg chg="mod">
          <ac:chgData name="Jean-Yves Pip Courbois (PSP)" userId="a1924744-714f-4235-8b2d-b9ec7101b88f" providerId="ADAL" clId="{CEAB3496-4800-44A7-987C-D5B8EE02B89E}" dt="2026-06-01T03:53:36.310" v="2780" actId="1076"/>
          <ac:spMkLst>
            <pc:docMk/>
            <pc:sldMk cId="3965176413" sldId="259"/>
            <ac:spMk id="16" creationId="{50AF2041-13F8-A6C0-A9F9-B8ACA4516B9D}"/>
          </ac:spMkLst>
        </pc:spChg>
        <pc:spChg chg="mod">
          <ac:chgData name="Jean-Yves Pip Courbois (PSP)" userId="a1924744-714f-4235-8b2d-b9ec7101b88f" providerId="ADAL" clId="{CEAB3496-4800-44A7-987C-D5B8EE02B89E}" dt="2026-06-01T03:47:11.734" v="2528" actId="1076"/>
          <ac:spMkLst>
            <pc:docMk/>
            <pc:sldMk cId="3965176413" sldId="259"/>
            <ac:spMk id="17" creationId="{DECED735-6BEE-50A1-A07A-0CF9FA484CBA}"/>
          </ac:spMkLst>
        </pc:spChg>
        <pc:spChg chg="mod">
          <ac:chgData name="Jean-Yves Pip Courbois (PSP)" userId="a1924744-714f-4235-8b2d-b9ec7101b88f" providerId="ADAL" clId="{CEAB3496-4800-44A7-987C-D5B8EE02B89E}" dt="2026-06-01T03:53:36.310" v="2780" actId="1076"/>
          <ac:spMkLst>
            <pc:docMk/>
            <pc:sldMk cId="3965176413" sldId="259"/>
            <ac:spMk id="18" creationId="{66655E65-3763-AABC-95E2-56C5E9A60DBD}"/>
          </ac:spMkLst>
        </pc:spChg>
        <pc:spChg chg="mod">
          <ac:chgData name="Jean-Yves Pip Courbois (PSP)" userId="a1924744-714f-4235-8b2d-b9ec7101b88f" providerId="ADAL" clId="{CEAB3496-4800-44A7-987C-D5B8EE02B89E}" dt="2026-06-01T03:47:11.734" v="2528" actId="1076"/>
          <ac:spMkLst>
            <pc:docMk/>
            <pc:sldMk cId="3965176413" sldId="259"/>
            <ac:spMk id="19" creationId="{0AA07A0F-7CA7-BA4C-A312-ED78DEDD0408}"/>
          </ac:spMkLst>
        </pc:spChg>
        <pc:spChg chg="mod">
          <ac:chgData name="Jean-Yves Pip Courbois (PSP)" userId="a1924744-714f-4235-8b2d-b9ec7101b88f" providerId="ADAL" clId="{CEAB3496-4800-44A7-987C-D5B8EE02B89E}" dt="2026-06-01T03:53:50.716" v="2785" actId="1035"/>
          <ac:spMkLst>
            <pc:docMk/>
            <pc:sldMk cId="3965176413" sldId="259"/>
            <ac:spMk id="22" creationId="{07104DE4-954A-5E65-5EAB-E4F1250FDF70}"/>
          </ac:spMkLst>
        </pc:spChg>
        <pc:spChg chg="mod">
          <ac:chgData name="Jean-Yves Pip Courbois (PSP)" userId="a1924744-714f-4235-8b2d-b9ec7101b88f" providerId="ADAL" clId="{CEAB3496-4800-44A7-987C-D5B8EE02B89E}" dt="2026-06-01T03:53:36.310" v="2780" actId="1076"/>
          <ac:spMkLst>
            <pc:docMk/>
            <pc:sldMk cId="3965176413" sldId="259"/>
            <ac:spMk id="23" creationId="{B78033E1-E275-86B9-B7C7-BBE81227349A}"/>
          </ac:spMkLst>
        </pc:spChg>
        <pc:spChg chg="add mod">
          <ac:chgData name="Jean-Yves Pip Courbois (PSP)" userId="a1924744-714f-4235-8b2d-b9ec7101b88f" providerId="ADAL" clId="{CEAB3496-4800-44A7-987C-D5B8EE02B89E}" dt="2026-06-01T03:48:05.870" v="2536" actId="207"/>
          <ac:spMkLst>
            <pc:docMk/>
            <pc:sldMk cId="3965176413" sldId="259"/>
            <ac:spMk id="24" creationId="{C7FC776E-927A-7014-FCCD-F53E15D44C0A}"/>
          </ac:spMkLst>
        </pc:spChg>
        <pc:spChg chg="mod">
          <ac:chgData name="Jean-Yves Pip Courbois (PSP)" userId="a1924744-714f-4235-8b2d-b9ec7101b88f" providerId="ADAL" clId="{CEAB3496-4800-44A7-987C-D5B8EE02B89E}" dt="2026-06-01T03:53:50.716" v="2785" actId="1035"/>
          <ac:spMkLst>
            <pc:docMk/>
            <pc:sldMk cId="3965176413" sldId="259"/>
            <ac:spMk id="25" creationId="{6E05B511-6B4E-2292-D82C-07C02847BBC6}"/>
          </ac:spMkLst>
        </pc:spChg>
        <pc:spChg chg="mod">
          <ac:chgData name="Jean-Yves Pip Courbois (PSP)" userId="a1924744-714f-4235-8b2d-b9ec7101b88f" providerId="ADAL" clId="{CEAB3496-4800-44A7-987C-D5B8EE02B89E}" dt="2026-06-01T03:53:50.716" v="2785" actId="1035"/>
          <ac:spMkLst>
            <pc:docMk/>
            <pc:sldMk cId="3965176413" sldId="259"/>
            <ac:spMk id="27" creationId="{2F50C50A-6C44-E06B-54F7-564E3068C3C2}"/>
          </ac:spMkLst>
        </pc:spChg>
        <pc:spChg chg="mod">
          <ac:chgData name="Jean-Yves Pip Courbois (PSP)" userId="a1924744-714f-4235-8b2d-b9ec7101b88f" providerId="ADAL" clId="{CEAB3496-4800-44A7-987C-D5B8EE02B89E}" dt="2026-06-01T03:53:50.716" v="2785" actId="1035"/>
          <ac:spMkLst>
            <pc:docMk/>
            <pc:sldMk cId="3965176413" sldId="259"/>
            <ac:spMk id="28" creationId="{24F19051-D402-C12A-0408-FE17F5716B24}"/>
          </ac:spMkLst>
        </pc:spChg>
        <pc:spChg chg="mod">
          <ac:chgData name="Jean-Yves Pip Courbois (PSP)" userId="a1924744-714f-4235-8b2d-b9ec7101b88f" providerId="ADAL" clId="{CEAB3496-4800-44A7-987C-D5B8EE02B89E}" dt="2026-06-01T03:53:50.716" v="2785" actId="1035"/>
          <ac:spMkLst>
            <pc:docMk/>
            <pc:sldMk cId="3965176413" sldId="259"/>
            <ac:spMk id="29" creationId="{D9BD4019-5AA3-EC80-AFF6-D1A606BE5F0B}"/>
          </ac:spMkLst>
        </pc:spChg>
        <pc:spChg chg="mod">
          <ac:chgData name="Jean-Yves Pip Courbois (PSP)" userId="a1924744-714f-4235-8b2d-b9ec7101b88f" providerId="ADAL" clId="{CEAB3496-4800-44A7-987C-D5B8EE02B89E}" dt="2026-06-01T03:53:50.716" v="2785" actId="1035"/>
          <ac:spMkLst>
            <pc:docMk/>
            <pc:sldMk cId="3965176413" sldId="259"/>
            <ac:spMk id="30" creationId="{A21F5207-E08F-8EF9-72F8-77D33D030CE2}"/>
          </ac:spMkLst>
        </pc:spChg>
        <pc:spChg chg="add mod">
          <ac:chgData name="Jean-Yves Pip Courbois (PSP)" userId="a1924744-714f-4235-8b2d-b9ec7101b88f" providerId="ADAL" clId="{CEAB3496-4800-44A7-987C-D5B8EE02B89E}" dt="2026-06-01T03:53:36.310" v="2780" actId="1076"/>
          <ac:spMkLst>
            <pc:docMk/>
            <pc:sldMk cId="3965176413" sldId="259"/>
            <ac:spMk id="31" creationId="{9DEF17FD-1ED7-F1E0-939F-7E2D15639850}"/>
          </ac:spMkLst>
        </pc:spChg>
        <pc:spChg chg="mod">
          <ac:chgData name="Jean-Yves Pip Courbois (PSP)" userId="a1924744-714f-4235-8b2d-b9ec7101b88f" providerId="ADAL" clId="{CEAB3496-4800-44A7-987C-D5B8EE02B89E}" dt="2026-06-01T03:53:50.716" v="2785" actId="1035"/>
          <ac:spMkLst>
            <pc:docMk/>
            <pc:sldMk cId="3965176413" sldId="259"/>
            <ac:spMk id="33" creationId="{8ED4C79B-7E38-9556-4607-B77B9F17E00E}"/>
          </ac:spMkLst>
        </pc:spChg>
        <pc:spChg chg="mod">
          <ac:chgData name="Jean-Yves Pip Courbois (PSP)" userId="a1924744-714f-4235-8b2d-b9ec7101b88f" providerId="ADAL" clId="{CEAB3496-4800-44A7-987C-D5B8EE02B89E}" dt="2026-06-01T03:53:50.716" v="2785" actId="1035"/>
          <ac:spMkLst>
            <pc:docMk/>
            <pc:sldMk cId="3965176413" sldId="259"/>
            <ac:spMk id="34" creationId="{7FD48829-9DA6-B567-F868-A63699D97F96}"/>
          </ac:spMkLst>
        </pc:spChg>
        <pc:spChg chg="add mod">
          <ac:chgData name="Jean-Yves Pip Courbois (PSP)" userId="a1924744-714f-4235-8b2d-b9ec7101b88f" providerId="ADAL" clId="{CEAB3496-4800-44A7-987C-D5B8EE02B89E}" dt="2026-06-01T03:53:50.716" v="2785" actId="1035"/>
          <ac:spMkLst>
            <pc:docMk/>
            <pc:sldMk cId="3965176413" sldId="259"/>
            <ac:spMk id="35" creationId="{9FC57923-D25E-F92A-17BE-383EEC5E34D9}"/>
          </ac:spMkLst>
        </pc:spChg>
        <pc:spChg chg="mod">
          <ac:chgData name="Jean-Yves Pip Courbois (PSP)" userId="a1924744-714f-4235-8b2d-b9ec7101b88f" providerId="ADAL" clId="{CEAB3496-4800-44A7-987C-D5B8EE02B89E}" dt="2026-06-01T03:51:00.291" v="2625" actId="20577"/>
          <ac:spMkLst>
            <pc:docMk/>
            <pc:sldMk cId="3965176413" sldId="259"/>
            <ac:spMk id="60" creationId="{4C0AC01C-9A29-754D-C4ED-741A1B5037A7}"/>
          </ac:spMkLst>
        </pc:spChg>
        <pc:spChg chg="add mod ord">
          <ac:chgData name="Jean-Yves Pip Courbois (PSP)" userId="a1924744-714f-4235-8b2d-b9ec7101b88f" providerId="ADAL" clId="{CEAB3496-4800-44A7-987C-D5B8EE02B89E}" dt="2026-06-01T03:49:17.556" v="2554" actId="167"/>
          <ac:spMkLst>
            <pc:docMk/>
            <pc:sldMk cId="3965176413" sldId="259"/>
            <ac:spMk id="61" creationId="{86603B6E-A3FB-3B9A-F37B-B8A1AF0011AA}"/>
          </ac:spMkLst>
        </pc:spChg>
        <pc:spChg chg="add mod ord">
          <ac:chgData name="Jean-Yves Pip Courbois (PSP)" userId="a1924744-714f-4235-8b2d-b9ec7101b88f" providerId="ADAL" clId="{CEAB3496-4800-44A7-987C-D5B8EE02B89E}" dt="2026-06-01T03:53:50.716" v="2785" actId="1035"/>
          <ac:spMkLst>
            <pc:docMk/>
            <pc:sldMk cId="3965176413" sldId="259"/>
            <ac:spMk id="62" creationId="{7F95CAB5-609A-577D-355D-693A49D0545F}"/>
          </ac:spMkLst>
        </pc:spChg>
        <pc:spChg chg="add mod">
          <ac:chgData name="Jean-Yves Pip Courbois (PSP)" userId="a1924744-714f-4235-8b2d-b9ec7101b88f" providerId="ADAL" clId="{CEAB3496-4800-44A7-987C-D5B8EE02B89E}" dt="2026-06-01T03:54:08.192" v="2789" actId="1076"/>
          <ac:spMkLst>
            <pc:docMk/>
            <pc:sldMk cId="3965176413" sldId="259"/>
            <ac:spMk id="64" creationId="{0535D990-5F18-DD7F-8A09-D5A82B74B16C}"/>
          </ac:spMkLst>
        </pc:spChg>
        <pc:spChg chg="add mod">
          <ac:chgData name="Jean-Yves Pip Courbois (PSP)" userId="a1924744-714f-4235-8b2d-b9ec7101b88f" providerId="ADAL" clId="{CEAB3496-4800-44A7-987C-D5B8EE02B89E}" dt="2026-06-01T03:50:23.417" v="2569" actId="1076"/>
          <ac:spMkLst>
            <pc:docMk/>
            <pc:sldMk cId="3965176413" sldId="259"/>
            <ac:spMk id="65" creationId="{61621FF0-63DC-533F-B487-D085FFD12B2D}"/>
          </ac:spMkLst>
        </pc:spChg>
        <pc:spChg chg="add mod">
          <ac:chgData name="Jean-Yves Pip Courbois (PSP)" userId="a1924744-714f-4235-8b2d-b9ec7101b88f" providerId="ADAL" clId="{CEAB3496-4800-44A7-987C-D5B8EE02B89E}" dt="2026-06-01T03:55:23.957" v="2813" actId="1076"/>
          <ac:spMkLst>
            <pc:docMk/>
            <pc:sldMk cId="3965176413" sldId="259"/>
            <ac:spMk id="68" creationId="{EE4EB502-95A5-6A31-593C-51EA197257B7}"/>
          </ac:spMkLst>
        </pc:spChg>
        <pc:spChg chg="add mod">
          <ac:chgData name="Jean-Yves Pip Courbois (PSP)" userId="a1924744-714f-4235-8b2d-b9ec7101b88f" providerId="ADAL" clId="{CEAB3496-4800-44A7-987C-D5B8EE02B89E}" dt="2026-06-01T16:30:27.493" v="4432" actId="20577"/>
          <ac:spMkLst>
            <pc:docMk/>
            <pc:sldMk cId="3965176413" sldId="259"/>
            <ac:spMk id="69" creationId="{B8859BF2-A7FC-CE94-12AF-F278A76F7E48}"/>
          </ac:spMkLst>
        </pc:spChg>
        <pc:spChg chg="add mod">
          <ac:chgData name="Jean-Yves Pip Courbois (PSP)" userId="a1924744-714f-4235-8b2d-b9ec7101b88f" providerId="ADAL" clId="{CEAB3496-4800-44A7-987C-D5B8EE02B89E}" dt="2026-06-01T03:55:34.669" v="2817" actId="20577"/>
          <ac:spMkLst>
            <pc:docMk/>
            <pc:sldMk cId="3965176413" sldId="259"/>
            <ac:spMk id="76" creationId="{A9415B70-E484-C2D7-EF87-CB0F2CEAA123}"/>
          </ac:spMkLst>
        </pc:spChg>
        <pc:spChg chg="add mod">
          <ac:chgData name="Jean-Yves Pip Courbois (PSP)" userId="a1924744-714f-4235-8b2d-b9ec7101b88f" providerId="ADAL" clId="{CEAB3496-4800-44A7-987C-D5B8EE02B89E}" dt="2026-06-01T16:30:19.569" v="4425" actId="20577"/>
          <ac:spMkLst>
            <pc:docMk/>
            <pc:sldMk cId="3965176413" sldId="259"/>
            <ac:spMk id="77" creationId="{C6B4F293-7E49-0D6C-4A7B-316E97091C34}"/>
          </ac:spMkLst>
        </pc:spChg>
        <pc:spChg chg="add mod">
          <ac:chgData name="Jean-Yves Pip Courbois (PSP)" userId="a1924744-714f-4235-8b2d-b9ec7101b88f" providerId="ADAL" clId="{CEAB3496-4800-44A7-987C-D5B8EE02B89E}" dt="2026-06-01T03:56:34.993" v="2889" actId="20577"/>
          <ac:spMkLst>
            <pc:docMk/>
            <pc:sldMk cId="3965176413" sldId="259"/>
            <ac:spMk id="81" creationId="{1DC3C3F9-05C3-6DD1-FF2F-C12B3D6F8D3B}"/>
          </ac:spMkLst>
        </pc:spChg>
        <pc:spChg chg="add mod">
          <ac:chgData name="Jean-Yves Pip Courbois (PSP)" userId="a1924744-714f-4235-8b2d-b9ec7101b88f" providerId="ADAL" clId="{CEAB3496-4800-44A7-987C-D5B8EE02B89E}" dt="2026-06-01T03:57:09.839" v="2932" actId="20577"/>
          <ac:spMkLst>
            <pc:docMk/>
            <pc:sldMk cId="3965176413" sldId="259"/>
            <ac:spMk id="82" creationId="{693A234D-6C75-2527-2862-5333B416CB7E}"/>
          </ac:spMkLst>
        </pc:spChg>
        <pc:spChg chg="add mod">
          <ac:chgData name="Jean-Yves Pip Courbois (PSP)" userId="a1924744-714f-4235-8b2d-b9ec7101b88f" providerId="ADAL" clId="{CEAB3496-4800-44A7-987C-D5B8EE02B89E}" dt="2026-06-01T16:31:14.801" v="4600" actId="20577"/>
          <ac:spMkLst>
            <pc:docMk/>
            <pc:sldMk cId="3965176413" sldId="259"/>
            <ac:spMk id="84" creationId="{D07634CD-9A88-66D8-D63E-BACA94786BD2}"/>
          </ac:spMkLst>
        </pc:spChg>
        <pc:picChg chg="add mod">
          <ac:chgData name="Jean-Yves Pip Courbois (PSP)" userId="a1924744-714f-4235-8b2d-b9ec7101b88f" providerId="ADAL" clId="{CEAB3496-4800-44A7-987C-D5B8EE02B89E}" dt="2026-06-01T16:30:12.350" v="4424" actId="1076"/>
          <ac:picMkLst>
            <pc:docMk/>
            <pc:sldMk cId="3965176413" sldId="259"/>
            <ac:picMk id="83" creationId="{EC276223-7C36-8AD1-A110-12539BC7F82B}"/>
          </ac:picMkLst>
        </pc:picChg>
        <pc:cxnChg chg="add">
          <ac:chgData name="Jean-Yves Pip Courbois (PSP)" userId="a1924744-714f-4235-8b2d-b9ec7101b88f" providerId="ADAL" clId="{CEAB3496-4800-44A7-987C-D5B8EE02B89E}" dt="2026-06-01T03:51:10.632" v="2626" actId="11529"/>
          <ac:cxnSpMkLst>
            <pc:docMk/>
            <pc:sldMk cId="3965176413" sldId="259"/>
            <ac:cxnSpMk id="67" creationId="{5FA9F9D5-80CA-12BA-14D3-18A55916D3FF}"/>
          </ac:cxnSpMkLst>
        </pc:cxnChg>
        <pc:cxnChg chg="add mod">
          <ac:chgData name="Jean-Yves Pip Courbois (PSP)" userId="a1924744-714f-4235-8b2d-b9ec7101b88f" providerId="ADAL" clId="{CEAB3496-4800-44A7-987C-D5B8EE02B89E}" dt="2026-06-01T03:55:19.998" v="2812" actId="14100"/>
          <ac:cxnSpMkLst>
            <pc:docMk/>
            <pc:sldMk cId="3965176413" sldId="259"/>
            <ac:cxnSpMk id="71" creationId="{ABB34ABE-191D-6FFB-78AE-166AA6758BBE}"/>
          </ac:cxnSpMkLst>
        </pc:cxnChg>
        <pc:cxnChg chg="add mod">
          <ac:chgData name="Jean-Yves Pip Courbois (PSP)" userId="a1924744-714f-4235-8b2d-b9ec7101b88f" providerId="ADAL" clId="{CEAB3496-4800-44A7-987C-D5B8EE02B89E}" dt="2026-06-01T03:56:27.621" v="2885" actId="14100"/>
          <ac:cxnSpMkLst>
            <pc:docMk/>
            <pc:sldMk cId="3965176413" sldId="259"/>
            <ac:cxnSpMk id="78" creationId="{40960E84-92E8-FB70-B52C-AAC5D69B8272}"/>
          </ac:cxnSpMkLst>
        </pc:cxnChg>
      </pc:sldChg>
      <pc:sldChg chg="modSp new mod">
        <pc:chgData name="Jean-Yves Pip Courbois (PSP)" userId="a1924744-714f-4235-8b2d-b9ec7101b88f" providerId="ADAL" clId="{CEAB3496-4800-44A7-987C-D5B8EE02B89E}" dt="2026-06-02T15:27:41.039" v="13298" actId="313"/>
        <pc:sldMkLst>
          <pc:docMk/>
          <pc:sldMk cId="2188453633" sldId="260"/>
        </pc:sldMkLst>
        <pc:spChg chg="mod">
          <ac:chgData name="Jean-Yves Pip Courbois (PSP)" userId="a1924744-714f-4235-8b2d-b9ec7101b88f" providerId="ADAL" clId="{CEAB3496-4800-44A7-987C-D5B8EE02B89E}" dt="2026-06-02T15:27:41.039" v="13298" actId="313"/>
          <ac:spMkLst>
            <pc:docMk/>
            <pc:sldMk cId="2188453633" sldId="260"/>
            <ac:spMk id="3" creationId="{1CD9940D-6551-2AD8-76B5-A5992BF05CFC}"/>
          </ac:spMkLst>
        </pc:spChg>
      </pc:sldChg>
      <pc:sldChg chg="addSp delSp modSp new mod">
        <pc:chgData name="Jean-Yves Pip Courbois (PSP)" userId="a1924744-714f-4235-8b2d-b9ec7101b88f" providerId="ADAL" clId="{CEAB3496-4800-44A7-987C-D5B8EE02B89E}" dt="2026-06-02T15:58:37.667" v="13449" actId="20577"/>
        <pc:sldMkLst>
          <pc:docMk/>
          <pc:sldMk cId="3240189167" sldId="261"/>
        </pc:sldMkLst>
        <pc:spChg chg="mod">
          <ac:chgData name="Jean-Yves Pip Courbois (PSP)" userId="a1924744-714f-4235-8b2d-b9ec7101b88f" providerId="ADAL" clId="{CEAB3496-4800-44A7-987C-D5B8EE02B89E}" dt="2026-06-01T16:09:19.036" v="3509" actId="20577"/>
          <ac:spMkLst>
            <pc:docMk/>
            <pc:sldMk cId="3240189167" sldId="261"/>
            <ac:spMk id="3" creationId="{90059B92-EACC-D6B1-445C-30C16B7474EB}"/>
          </ac:spMkLst>
        </pc:spChg>
        <pc:spChg chg="mod">
          <ac:chgData name="Jean-Yves Pip Courbois (PSP)" userId="a1924744-714f-4235-8b2d-b9ec7101b88f" providerId="ADAL" clId="{CEAB3496-4800-44A7-987C-D5B8EE02B89E}" dt="2026-06-01T16:09:08.452" v="3464" actId="207"/>
          <ac:spMkLst>
            <pc:docMk/>
            <pc:sldMk cId="3240189167" sldId="261"/>
            <ac:spMk id="4" creationId="{B7B0A848-5642-A1EA-F334-EA226CC3D5E5}"/>
          </ac:spMkLst>
        </pc:spChg>
        <pc:spChg chg="add mod">
          <ac:chgData name="Jean-Yves Pip Courbois (PSP)" userId="a1924744-714f-4235-8b2d-b9ec7101b88f" providerId="ADAL" clId="{CEAB3496-4800-44A7-987C-D5B8EE02B89E}" dt="2026-06-02T15:58:37.667" v="13449" actId="20577"/>
          <ac:spMkLst>
            <pc:docMk/>
            <pc:sldMk cId="3240189167" sldId="261"/>
            <ac:spMk id="6" creationId="{411F0752-C7C0-3553-D41E-1E7057EF54D6}"/>
          </ac:spMkLst>
        </pc:spChg>
        <pc:spChg chg="mod">
          <ac:chgData name="Jean-Yves Pip Courbois (PSP)" userId="a1924744-714f-4235-8b2d-b9ec7101b88f" providerId="ADAL" clId="{CEAB3496-4800-44A7-987C-D5B8EE02B89E}" dt="2026-06-01T16:09:33.014" v="3511" actId="1076"/>
          <ac:spMkLst>
            <pc:docMk/>
            <pc:sldMk cId="3240189167" sldId="261"/>
            <ac:spMk id="7" creationId="{09136DC0-A2C6-4D0C-39FD-D734D89BDDEE}"/>
          </ac:spMkLst>
        </pc:spChg>
        <pc:spChg chg="mod">
          <ac:chgData name="Jean-Yves Pip Courbois (PSP)" userId="a1924744-714f-4235-8b2d-b9ec7101b88f" providerId="ADAL" clId="{CEAB3496-4800-44A7-987C-D5B8EE02B89E}" dt="2026-06-01T16:11:57.979" v="3593" actId="1076"/>
          <ac:spMkLst>
            <pc:docMk/>
            <pc:sldMk cId="3240189167" sldId="261"/>
            <ac:spMk id="8" creationId="{29B7D9E5-47B9-318C-65AA-61AB5EA42C64}"/>
          </ac:spMkLst>
        </pc:spChg>
        <pc:spChg chg="add mod">
          <ac:chgData name="Jean-Yves Pip Courbois (PSP)" userId="a1924744-714f-4235-8b2d-b9ec7101b88f" providerId="ADAL" clId="{CEAB3496-4800-44A7-987C-D5B8EE02B89E}" dt="2026-06-01T16:13:11.258" v="3681" actId="20577"/>
          <ac:spMkLst>
            <pc:docMk/>
            <pc:sldMk cId="3240189167" sldId="261"/>
            <ac:spMk id="9" creationId="{805816BA-7E08-44A5-A6C9-B4A1B91A5AD4}"/>
          </ac:spMkLst>
        </pc:spChg>
        <pc:spChg chg="add mod">
          <ac:chgData name="Jean-Yves Pip Courbois (PSP)" userId="a1924744-714f-4235-8b2d-b9ec7101b88f" providerId="ADAL" clId="{CEAB3496-4800-44A7-987C-D5B8EE02B89E}" dt="2026-06-02T15:47:52.465" v="13363" actId="20577"/>
          <ac:spMkLst>
            <pc:docMk/>
            <pc:sldMk cId="3240189167" sldId="261"/>
            <ac:spMk id="10" creationId="{3AFF8A59-535D-9B34-4095-14A8861BD7CE}"/>
          </ac:spMkLst>
        </pc:spChg>
        <pc:spChg chg="add mod">
          <ac:chgData name="Jean-Yves Pip Courbois (PSP)" userId="a1924744-714f-4235-8b2d-b9ec7101b88f" providerId="ADAL" clId="{CEAB3496-4800-44A7-987C-D5B8EE02B89E}" dt="2026-06-01T16:23:34.531" v="4295" actId="20577"/>
          <ac:spMkLst>
            <pc:docMk/>
            <pc:sldMk cId="3240189167" sldId="261"/>
            <ac:spMk id="11" creationId="{0E0F07D5-1C36-FD5F-F27C-D41A97DF782D}"/>
          </ac:spMkLst>
        </pc:spChg>
        <pc:spChg chg="add mod">
          <ac:chgData name="Jean-Yves Pip Courbois (PSP)" userId="a1924744-714f-4235-8b2d-b9ec7101b88f" providerId="ADAL" clId="{CEAB3496-4800-44A7-987C-D5B8EE02B89E}" dt="2026-06-01T16:11:43.237" v="3590" actId="14100"/>
          <ac:spMkLst>
            <pc:docMk/>
            <pc:sldMk cId="3240189167" sldId="261"/>
            <ac:spMk id="12" creationId="{3E0D70FB-01EC-4E0B-1F1A-020FE167DB88}"/>
          </ac:spMkLst>
        </pc:spChg>
        <pc:spChg chg="mod topLvl">
          <ac:chgData name="Jean-Yves Pip Courbois (PSP)" userId="a1924744-714f-4235-8b2d-b9ec7101b88f" providerId="ADAL" clId="{CEAB3496-4800-44A7-987C-D5B8EE02B89E}" dt="2026-06-02T15:47:33.280" v="13333" actId="20577"/>
          <ac:spMkLst>
            <pc:docMk/>
            <pc:sldMk cId="3240189167" sldId="261"/>
            <ac:spMk id="14" creationId="{FE438EE6-617C-31B5-2139-B6B096A473B4}"/>
          </ac:spMkLst>
        </pc:spChg>
        <pc:spChg chg="add mod">
          <ac:chgData name="Jean-Yves Pip Courbois (PSP)" userId="a1924744-714f-4235-8b2d-b9ec7101b88f" providerId="ADAL" clId="{CEAB3496-4800-44A7-987C-D5B8EE02B89E}" dt="2026-06-01T16:13:30.180" v="3716" actId="14100"/>
          <ac:spMkLst>
            <pc:docMk/>
            <pc:sldMk cId="3240189167" sldId="261"/>
            <ac:spMk id="19" creationId="{7B58427B-C4FB-012A-28F8-04BD47CC39FA}"/>
          </ac:spMkLst>
        </pc:spChg>
        <pc:spChg chg="add mod">
          <ac:chgData name="Jean-Yves Pip Courbois (PSP)" userId="a1924744-714f-4235-8b2d-b9ec7101b88f" providerId="ADAL" clId="{CEAB3496-4800-44A7-987C-D5B8EE02B89E}" dt="2026-06-01T16:12:29.291" v="3597" actId="1076"/>
          <ac:spMkLst>
            <pc:docMk/>
            <pc:sldMk cId="3240189167" sldId="261"/>
            <ac:spMk id="20" creationId="{02027E3F-1E27-BB8E-7D77-F53C9D86E671}"/>
          </ac:spMkLst>
        </pc:spChg>
        <pc:spChg chg="add mod">
          <ac:chgData name="Jean-Yves Pip Courbois (PSP)" userId="a1924744-714f-4235-8b2d-b9ec7101b88f" providerId="ADAL" clId="{CEAB3496-4800-44A7-987C-D5B8EE02B89E}" dt="2026-06-01T16:16:36.741" v="3844" actId="20577"/>
          <ac:spMkLst>
            <pc:docMk/>
            <pc:sldMk cId="3240189167" sldId="261"/>
            <ac:spMk id="21" creationId="{247F2195-1E59-3248-2D11-0099A29E45EC}"/>
          </ac:spMkLst>
        </pc:spChg>
        <pc:spChg chg="add mod">
          <ac:chgData name="Jean-Yves Pip Courbois (PSP)" userId="a1924744-714f-4235-8b2d-b9ec7101b88f" providerId="ADAL" clId="{CEAB3496-4800-44A7-987C-D5B8EE02B89E}" dt="2026-06-02T15:57:50.691" v="13411" actId="20577"/>
          <ac:spMkLst>
            <pc:docMk/>
            <pc:sldMk cId="3240189167" sldId="261"/>
            <ac:spMk id="22" creationId="{A493489A-F719-9A5C-D037-0B5591A3A01D}"/>
          </ac:spMkLst>
        </pc:spChg>
        <pc:spChg chg="add mod">
          <ac:chgData name="Jean-Yves Pip Courbois (PSP)" userId="a1924744-714f-4235-8b2d-b9ec7101b88f" providerId="ADAL" clId="{CEAB3496-4800-44A7-987C-D5B8EE02B89E}" dt="2026-06-01T16:14:55.813" v="3826" actId="1076"/>
          <ac:spMkLst>
            <pc:docMk/>
            <pc:sldMk cId="3240189167" sldId="261"/>
            <ac:spMk id="23" creationId="{017EE1B9-DCE7-0E0A-6071-D4699D97D6C6}"/>
          </ac:spMkLst>
        </pc:spChg>
        <pc:spChg chg="add mod">
          <ac:chgData name="Jean-Yves Pip Courbois (PSP)" userId="a1924744-714f-4235-8b2d-b9ec7101b88f" providerId="ADAL" clId="{CEAB3496-4800-44A7-987C-D5B8EE02B89E}" dt="2026-06-01T16:15:22.086" v="3833"/>
          <ac:spMkLst>
            <pc:docMk/>
            <pc:sldMk cId="3240189167" sldId="261"/>
            <ac:spMk id="25" creationId="{98697163-4A8F-EBD9-DC97-7BC27CB2FEBC}"/>
          </ac:spMkLst>
        </pc:spChg>
        <pc:spChg chg="add mod">
          <ac:chgData name="Jean-Yves Pip Courbois (PSP)" userId="a1924744-714f-4235-8b2d-b9ec7101b88f" providerId="ADAL" clId="{CEAB3496-4800-44A7-987C-D5B8EE02B89E}" dt="2026-06-01T16:15:45.671" v="3835" actId="1076"/>
          <ac:spMkLst>
            <pc:docMk/>
            <pc:sldMk cId="3240189167" sldId="261"/>
            <ac:spMk id="26" creationId="{838E85B1-86C2-D41E-0F67-F75F6D725C75}"/>
          </ac:spMkLst>
        </pc:spChg>
        <pc:spChg chg="add mod">
          <ac:chgData name="Jean-Yves Pip Courbois (PSP)" userId="a1924744-714f-4235-8b2d-b9ec7101b88f" providerId="ADAL" clId="{CEAB3496-4800-44A7-987C-D5B8EE02B89E}" dt="2026-06-01T16:16:10.223" v="3837" actId="1076"/>
          <ac:spMkLst>
            <pc:docMk/>
            <pc:sldMk cId="3240189167" sldId="261"/>
            <ac:spMk id="27" creationId="{8D0AC162-B1CD-6EBA-DD46-92CC186DE8D2}"/>
          </ac:spMkLst>
        </pc:spChg>
        <pc:spChg chg="add mod">
          <ac:chgData name="Jean-Yves Pip Courbois (PSP)" userId="a1924744-714f-4235-8b2d-b9ec7101b88f" providerId="ADAL" clId="{CEAB3496-4800-44A7-987C-D5B8EE02B89E}" dt="2026-06-01T16:16:34.261" v="3839" actId="1076"/>
          <ac:spMkLst>
            <pc:docMk/>
            <pc:sldMk cId="3240189167" sldId="261"/>
            <ac:spMk id="28" creationId="{1DEC595E-4D9B-E158-5CE1-6BA0CD2B8939}"/>
          </ac:spMkLst>
        </pc:spChg>
        <pc:spChg chg="add mod">
          <ac:chgData name="Jean-Yves Pip Courbois (PSP)" userId="a1924744-714f-4235-8b2d-b9ec7101b88f" providerId="ADAL" clId="{CEAB3496-4800-44A7-987C-D5B8EE02B89E}" dt="2026-06-02T15:57:30.598" v="13367" actId="1076"/>
          <ac:spMkLst>
            <pc:docMk/>
            <pc:sldMk cId="3240189167" sldId="261"/>
            <ac:spMk id="29" creationId="{44D10DD9-0737-010B-EE45-1AFE160C826A}"/>
          </ac:spMkLst>
        </pc:spChg>
        <pc:spChg chg="add mod">
          <ac:chgData name="Jean-Yves Pip Courbois (PSP)" userId="a1924744-714f-4235-8b2d-b9ec7101b88f" providerId="ADAL" clId="{CEAB3496-4800-44A7-987C-D5B8EE02B89E}" dt="2026-06-02T15:57:30.598" v="13367" actId="1076"/>
          <ac:spMkLst>
            <pc:docMk/>
            <pc:sldMk cId="3240189167" sldId="261"/>
            <ac:spMk id="30" creationId="{79E19C19-42FD-A92B-9858-ECC25DBE5D90}"/>
          </ac:spMkLst>
        </pc:spChg>
        <pc:spChg chg="add mod">
          <ac:chgData name="Jean-Yves Pip Courbois (PSP)" userId="a1924744-714f-4235-8b2d-b9ec7101b88f" providerId="ADAL" clId="{CEAB3496-4800-44A7-987C-D5B8EE02B89E}" dt="2026-06-02T15:57:30.598" v="13367" actId="1076"/>
          <ac:spMkLst>
            <pc:docMk/>
            <pc:sldMk cId="3240189167" sldId="261"/>
            <ac:spMk id="31" creationId="{C143597A-5227-22E3-B6C0-374FDA8D7ECF}"/>
          </ac:spMkLst>
        </pc:spChg>
        <pc:spChg chg="add mod">
          <ac:chgData name="Jean-Yves Pip Courbois (PSP)" userId="a1924744-714f-4235-8b2d-b9ec7101b88f" providerId="ADAL" clId="{CEAB3496-4800-44A7-987C-D5B8EE02B89E}" dt="2026-06-02T15:41:17.338" v="13309" actId="1076"/>
          <ac:spMkLst>
            <pc:docMk/>
            <pc:sldMk cId="3240189167" sldId="261"/>
            <ac:spMk id="38" creationId="{833A18E8-5986-25FD-E5CB-AB34F072E526}"/>
          </ac:spMkLst>
        </pc:spChg>
        <pc:cxnChg chg="add mod">
          <ac:chgData name="Jean-Yves Pip Courbois (PSP)" userId="a1924744-714f-4235-8b2d-b9ec7101b88f" providerId="ADAL" clId="{CEAB3496-4800-44A7-987C-D5B8EE02B89E}" dt="2026-06-01T16:21:10.933" v="4056" actId="14100"/>
          <ac:cxnSpMkLst>
            <pc:docMk/>
            <pc:sldMk cId="3240189167" sldId="261"/>
            <ac:cxnSpMk id="32" creationId="{F4D7FD55-98D0-397E-22C6-7AF788E3BF7E}"/>
          </ac:cxnSpMkLst>
        </pc:cxnChg>
        <pc:cxnChg chg="add mod">
          <ac:chgData name="Jean-Yves Pip Courbois (PSP)" userId="a1924744-714f-4235-8b2d-b9ec7101b88f" providerId="ADAL" clId="{CEAB3496-4800-44A7-987C-D5B8EE02B89E}" dt="2026-06-01T16:21:18.268" v="4058" actId="14100"/>
          <ac:cxnSpMkLst>
            <pc:docMk/>
            <pc:sldMk cId="3240189167" sldId="261"/>
            <ac:cxnSpMk id="33" creationId="{1B11025D-AE88-50AA-20FC-853739D0044D}"/>
          </ac:cxnSpMkLst>
        </pc:cxnChg>
      </pc:sldChg>
      <pc:sldChg chg="delSp modSp add mod">
        <pc:chgData name="Jean-Yves Pip Courbois (PSP)" userId="a1924744-714f-4235-8b2d-b9ec7101b88f" providerId="ADAL" clId="{CEAB3496-4800-44A7-987C-D5B8EE02B89E}" dt="2026-06-02T16:07:34.610" v="13882" actId="20577"/>
        <pc:sldMkLst>
          <pc:docMk/>
          <pc:sldMk cId="2979751868" sldId="262"/>
        </pc:sldMkLst>
        <pc:spChg chg="mod">
          <ac:chgData name="Jean-Yves Pip Courbois (PSP)" userId="a1924744-714f-4235-8b2d-b9ec7101b88f" providerId="ADAL" clId="{CEAB3496-4800-44A7-987C-D5B8EE02B89E}" dt="2026-06-02T16:05:28.003" v="13534" actId="20577"/>
          <ac:spMkLst>
            <pc:docMk/>
            <pc:sldMk cId="2979751868" sldId="262"/>
            <ac:spMk id="3" creationId="{0E061BA4-7DB8-648B-805F-1EE2A17552D0}"/>
          </ac:spMkLst>
        </pc:spChg>
        <pc:spChg chg="mod">
          <ac:chgData name="Jean-Yves Pip Courbois (PSP)" userId="a1924744-714f-4235-8b2d-b9ec7101b88f" providerId="ADAL" clId="{CEAB3496-4800-44A7-987C-D5B8EE02B89E}" dt="2026-06-02T16:05:09.565" v="13458" actId="14100"/>
          <ac:spMkLst>
            <pc:docMk/>
            <pc:sldMk cId="2979751868" sldId="262"/>
            <ac:spMk id="4" creationId="{8208F227-1FDF-DA1C-C1B0-6384AA44F6D1}"/>
          </ac:spMkLst>
        </pc:spChg>
        <pc:spChg chg="mod">
          <ac:chgData name="Jean-Yves Pip Courbois (PSP)" userId="a1924744-714f-4235-8b2d-b9ec7101b88f" providerId="ADAL" clId="{CEAB3496-4800-44A7-987C-D5B8EE02B89E}" dt="2026-06-02T16:05:33.595" v="13539" actId="20577"/>
          <ac:spMkLst>
            <pc:docMk/>
            <pc:sldMk cId="2979751868" sldId="262"/>
            <ac:spMk id="7" creationId="{526012CC-0CAD-25AD-9170-BE5B5D5F6AAE}"/>
          </ac:spMkLst>
        </pc:spChg>
        <pc:spChg chg="mod">
          <ac:chgData name="Jean-Yves Pip Courbois (PSP)" userId="a1924744-714f-4235-8b2d-b9ec7101b88f" providerId="ADAL" clId="{CEAB3496-4800-44A7-987C-D5B8EE02B89E}" dt="2026-06-02T16:06:24.739" v="13703" actId="20577"/>
          <ac:spMkLst>
            <pc:docMk/>
            <pc:sldMk cId="2979751868" sldId="262"/>
            <ac:spMk id="11" creationId="{EE4F0006-F931-62D6-50D3-3F81501F1E92}"/>
          </ac:spMkLst>
        </pc:spChg>
        <pc:spChg chg="mod">
          <ac:chgData name="Jean-Yves Pip Courbois (PSP)" userId="a1924744-714f-4235-8b2d-b9ec7101b88f" providerId="ADAL" clId="{CEAB3496-4800-44A7-987C-D5B8EE02B89E}" dt="2026-06-02T16:06:38.435" v="13783" actId="20577"/>
          <ac:spMkLst>
            <pc:docMk/>
            <pc:sldMk cId="2979751868" sldId="262"/>
            <ac:spMk id="12" creationId="{022642F5-E479-B4CC-4137-8FA841ABB86C}"/>
          </ac:spMkLst>
        </pc:spChg>
        <pc:spChg chg="mod">
          <ac:chgData name="Jean-Yves Pip Courbois (PSP)" userId="a1924744-714f-4235-8b2d-b9ec7101b88f" providerId="ADAL" clId="{CEAB3496-4800-44A7-987C-D5B8EE02B89E}" dt="2026-06-02T16:07:17.748" v="13879" actId="20577"/>
          <ac:spMkLst>
            <pc:docMk/>
            <pc:sldMk cId="2979751868" sldId="262"/>
            <ac:spMk id="14" creationId="{90DA470F-791D-F318-DE90-3734DD304431}"/>
          </ac:spMkLst>
        </pc:spChg>
        <pc:spChg chg="mod">
          <ac:chgData name="Jean-Yves Pip Courbois (PSP)" userId="a1924744-714f-4235-8b2d-b9ec7101b88f" providerId="ADAL" clId="{CEAB3496-4800-44A7-987C-D5B8EE02B89E}" dt="2026-06-02T16:07:09.410" v="13848" actId="20577"/>
          <ac:spMkLst>
            <pc:docMk/>
            <pc:sldMk cId="2979751868" sldId="262"/>
            <ac:spMk id="16" creationId="{D22A475B-C53D-5A76-93DC-C1C6CBD6F12A}"/>
          </ac:spMkLst>
        </pc:spChg>
        <pc:spChg chg="mod">
          <ac:chgData name="Jean-Yves Pip Courbois (PSP)" userId="a1924744-714f-4235-8b2d-b9ec7101b88f" providerId="ADAL" clId="{CEAB3496-4800-44A7-987C-D5B8EE02B89E}" dt="2026-06-02T16:07:34.610" v="13882" actId="20577"/>
          <ac:spMkLst>
            <pc:docMk/>
            <pc:sldMk cId="2979751868" sldId="262"/>
            <ac:spMk id="29" creationId="{0AEDF2AE-6E4D-9A10-39F5-62CAE78D61BB}"/>
          </ac:spMkLst>
        </pc:spChg>
        <pc:spChg chg="mod">
          <ac:chgData name="Jean-Yves Pip Courbois (PSP)" userId="a1924744-714f-4235-8b2d-b9ec7101b88f" providerId="ADAL" clId="{CEAB3496-4800-44A7-987C-D5B8EE02B89E}" dt="2026-06-02T16:07:31.822" v="13881" actId="20577"/>
          <ac:spMkLst>
            <pc:docMk/>
            <pc:sldMk cId="2979751868" sldId="262"/>
            <ac:spMk id="30" creationId="{66F2B05F-88A5-ACBD-7E5F-6306E68667E2}"/>
          </ac:spMkLst>
        </pc:spChg>
      </pc:sldChg>
      <pc:sldChg chg="modSp add mod">
        <pc:chgData name="Jean-Yves Pip Courbois (PSP)" userId="a1924744-714f-4235-8b2d-b9ec7101b88f" providerId="ADAL" clId="{CEAB3496-4800-44A7-987C-D5B8EE02B89E}" dt="2026-06-01T17:59:30.681" v="8713" actId="20577"/>
        <pc:sldMkLst>
          <pc:docMk/>
          <pc:sldMk cId="1619806659" sldId="263"/>
        </pc:sldMkLst>
        <pc:spChg chg="mod">
          <ac:chgData name="Jean-Yves Pip Courbois (PSP)" userId="a1924744-714f-4235-8b2d-b9ec7101b88f" providerId="ADAL" clId="{CEAB3496-4800-44A7-987C-D5B8EE02B89E}" dt="2026-06-01T17:59:30.681" v="8713" actId="20577"/>
          <ac:spMkLst>
            <pc:docMk/>
            <pc:sldMk cId="1619806659" sldId="263"/>
            <ac:spMk id="3" creationId="{10106DEA-7519-C82E-59B1-E4681CD34B3C}"/>
          </ac:spMkLst>
        </pc:spChg>
      </pc:sldChg>
      <pc:sldChg chg="modSp add mod">
        <pc:chgData name="Jean-Yves Pip Courbois (PSP)" userId="a1924744-714f-4235-8b2d-b9ec7101b88f" providerId="ADAL" clId="{CEAB3496-4800-44A7-987C-D5B8EE02B89E}" dt="2026-06-02T15:27:46.306" v="13302" actId="313"/>
        <pc:sldMkLst>
          <pc:docMk/>
          <pc:sldMk cId="1281024261" sldId="264"/>
        </pc:sldMkLst>
        <pc:spChg chg="mod">
          <ac:chgData name="Jean-Yves Pip Courbois (PSP)" userId="a1924744-714f-4235-8b2d-b9ec7101b88f" providerId="ADAL" clId="{CEAB3496-4800-44A7-987C-D5B8EE02B89E}" dt="2026-06-02T15:27:45.070" v="13301" actId="313"/>
          <ac:spMkLst>
            <pc:docMk/>
            <pc:sldMk cId="1281024261" sldId="264"/>
            <ac:spMk id="3" creationId="{8F1EC3C3-CFC0-ACEE-4DE7-0D87F10C857E}"/>
          </ac:spMkLst>
        </pc:spChg>
        <pc:spChg chg="mod">
          <ac:chgData name="Jean-Yves Pip Courbois (PSP)" userId="a1924744-714f-4235-8b2d-b9ec7101b88f" providerId="ADAL" clId="{CEAB3496-4800-44A7-987C-D5B8EE02B89E}" dt="2026-06-02T15:27:46.306" v="13302" actId="313"/>
          <ac:spMkLst>
            <pc:docMk/>
            <pc:sldMk cId="1281024261" sldId="264"/>
            <ac:spMk id="4" creationId="{184524C3-C2C5-FF90-151A-8FEFC599C944}"/>
          </ac:spMkLst>
        </pc:spChg>
      </pc:sldChg>
      <pc:sldChg chg="addSp delSp modSp add mod">
        <pc:chgData name="Jean-Yves Pip Courbois (PSP)" userId="a1924744-714f-4235-8b2d-b9ec7101b88f" providerId="ADAL" clId="{CEAB3496-4800-44A7-987C-D5B8EE02B89E}" dt="2026-06-02T15:27:52.110" v="13303" actId="313"/>
        <pc:sldMkLst>
          <pc:docMk/>
          <pc:sldMk cId="1478402133" sldId="265"/>
        </pc:sldMkLst>
        <pc:spChg chg="mod">
          <ac:chgData name="Jean-Yves Pip Courbois (PSP)" userId="a1924744-714f-4235-8b2d-b9ec7101b88f" providerId="ADAL" clId="{CEAB3496-4800-44A7-987C-D5B8EE02B89E}" dt="2026-06-01T17:53:59.655" v="8208" actId="20577"/>
          <ac:spMkLst>
            <pc:docMk/>
            <pc:sldMk cId="1478402133" sldId="265"/>
            <ac:spMk id="3" creationId="{BE3AECA8-EC88-464B-CD49-2076FD766D68}"/>
          </ac:spMkLst>
        </pc:spChg>
        <pc:spChg chg="mod">
          <ac:chgData name="Jean-Yves Pip Courbois (PSP)" userId="a1924744-714f-4235-8b2d-b9ec7101b88f" providerId="ADAL" clId="{CEAB3496-4800-44A7-987C-D5B8EE02B89E}" dt="2026-06-01T17:53:48.102" v="8146" actId="20577"/>
          <ac:spMkLst>
            <pc:docMk/>
            <pc:sldMk cId="1478402133" sldId="265"/>
            <ac:spMk id="4" creationId="{0EEB52D5-500A-5180-34AB-AB62BE93BBA6}"/>
          </ac:spMkLst>
        </pc:spChg>
        <pc:spChg chg="mod">
          <ac:chgData name="Jean-Yves Pip Courbois (PSP)" userId="a1924744-714f-4235-8b2d-b9ec7101b88f" providerId="ADAL" clId="{CEAB3496-4800-44A7-987C-D5B8EE02B89E}" dt="2026-06-02T15:27:52.110" v="13303" actId="313"/>
          <ac:spMkLst>
            <pc:docMk/>
            <pc:sldMk cId="1478402133" sldId="265"/>
            <ac:spMk id="9" creationId="{A7488349-5231-C95D-271C-446762844446}"/>
          </ac:spMkLst>
        </pc:spChg>
        <pc:picChg chg="add mod">
          <ac:chgData name="Jean-Yves Pip Courbois (PSP)" userId="a1924744-714f-4235-8b2d-b9ec7101b88f" providerId="ADAL" clId="{CEAB3496-4800-44A7-987C-D5B8EE02B89E}" dt="2026-06-01T17:54:26.422" v="8212" actId="1076"/>
          <ac:picMkLst>
            <pc:docMk/>
            <pc:sldMk cId="1478402133" sldId="265"/>
            <ac:picMk id="7" creationId="{296D9227-ABD9-72A5-3CC8-CC50D0557B0D}"/>
          </ac:picMkLst>
        </pc:picChg>
      </pc:sldChg>
      <pc:sldChg chg="modSp new mod">
        <pc:chgData name="Jean-Yves Pip Courbois (PSP)" userId="a1924744-714f-4235-8b2d-b9ec7101b88f" providerId="ADAL" clId="{CEAB3496-4800-44A7-987C-D5B8EE02B89E}" dt="2026-06-01T18:00:39.398" v="8743" actId="20577"/>
        <pc:sldMkLst>
          <pc:docMk/>
          <pc:sldMk cId="4046943824" sldId="266"/>
        </pc:sldMkLst>
        <pc:spChg chg="mod">
          <ac:chgData name="Jean-Yves Pip Courbois (PSP)" userId="a1924744-714f-4235-8b2d-b9ec7101b88f" providerId="ADAL" clId="{CEAB3496-4800-44A7-987C-D5B8EE02B89E}" dt="2026-06-01T18:00:39.398" v="8743" actId="20577"/>
          <ac:spMkLst>
            <pc:docMk/>
            <pc:sldMk cId="4046943824" sldId="266"/>
            <ac:spMk id="3" creationId="{B510E012-DF58-F73F-63D3-78DEEA3EDE15}"/>
          </ac:spMkLst>
        </pc:spChg>
      </pc:sldChg>
      <pc:sldChg chg="addSp modSp new mod">
        <pc:chgData name="Jean-Yves Pip Courbois (PSP)" userId="a1924744-714f-4235-8b2d-b9ec7101b88f" providerId="ADAL" clId="{CEAB3496-4800-44A7-987C-D5B8EE02B89E}" dt="2026-06-01T19:31:00.818" v="9232" actId="114"/>
        <pc:sldMkLst>
          <pc:docMk/>
          <pc:sldMk cId="1194886296" sldId="267"/>
        </pc:sldMkLst>
        <pc:spChg chg="mod">
          <ac:chgData name="Jean-Yves Pip Courbois (PSP)" userId="a1924744-714f-4235-8b2d-b9ec7101b88f" providerId="ADAL" clId="{CEAB3496-4800-44A7-987C-D5B8EE02B89E}" dt="2026-06-01T18:03:48.856" v="8888" actId="20577"/>
          <ac:spMkLst>
            <pc:docMk/>
            <pc:sldMk cId="1194886296" sldId="267"/>
            <ac:spMk id="3" creationId="{BC08B740-8DDA-1068-F289-E0AA377CF60E}"/>
          </ac:spMkLst>
        </pc:spChg>
        <pc:spChg chg="mod">
          <ac:chgData name="Jean-Yves Pip Courbois (PSP)" userId="a1924744-714f-4235-8b2d-b9ec7101b88f" providerId="ADAL" clId="{CEAB3496-4800-44A7-987C-D5B8EE02B89E}" dt="2026-06-01T18:03:12.432" v="8763" actId="20577"/>
          <ac:spMkLst>
            <pc:docMk/>
            <pc:sldMk cId="1194886296" sldId="267"/>
            <ac:spMk id="4" creationId="{2D8603D2-80E8-7D89-D538-39D74B86461E}"/>
          </ac:spMkLst>
        </pc:spChg>
        <pc:spChg chg="add mod">
          <ac:chgData name="Jean-Yves Pip Courbois (PSP)" userId="a1924744-714f-4235-8b2d-b9ec7101b88f" providerId="ADAL" clId="{CEAB3496-4800-44A7-987C-D5B8EE02B89E}" dt="2026-06-01T19:31:00.818" v="9232" actId="114"/>
          <ac:spMkLst>
            <pc:docMk/>
            <pc:sldMk cId="1194886296" sldId="267"/>
            <ac:spMk id="6" creationId="{0BAE705F-F64E-3901-64DD-A3BFCE467838}"/>
          </ac:spMkLst>
        </pc:spChg>
      </pc:sldChg>
      <pc:sldChg chg="addSp modSp mod">
        <pc:chgData name="Jean-Yves Pip Courbois (PSP)" userId="a1924744-714f-4235-8b2d-b9ec7101b88f" providerId="ADAL" clId="{CEAB3496-4800-44A7-987C-D5B8EE02B89E}" dt="2026-06-05T20:14:35.621" v="13967" actId="20577"/>
        <pc:sldMkLst>
          <pc:docMk/>
          <pc:sldMk cId="1616976138" sldId="268"/>
        </pc:sldMkLst>
        <pc:spChg chg="add mod">
          <ac:chgData name="Jean-Yves Pip Courbois (PSP)" userId="a1924744-714f-4235-8b2d-b9ec7101b88f" providerId="ADAL" clId="{CEAB3496-4800-44A7-987C-D5B8EE02B89E}" dt="2026-06-03T16:34:32.710" v="13956" actId="20577"/>
          <ac:spMkLst>
            <pc:docMk/>
            <pc:sldMk cId="1616976138" sldId="268"/>
            <ac:spMk id="26" creationId="{08DA0CC7-84F6-F3D0-D0FD-F213DAD78B72}"/>
          </ac:spMkLst>
        </pc:spChg>
        <pc:spChg chg="mod">
          <ac:chgData name="Jean-Yves Pip Courbois (PSP)" userId="a1924744-714f-4235-8b2d-b9ec7101b88f" providerId="ADAL" clId="{CEAB3496-4800-44A7-987C-D5B8EE02B89E}" dt="2026-06-05T20:14:35.621" v="13967" actId="20577"/>
          <ac:spMkLst>
            <pc:docMk/>
            <pc:sldMk cId="1616976138" sldId="268"/>
            <ac:spMk id="76" creationId="{E209ACA2-5DA0-C3CC-706F-48A3F5190A43}"/>
          </ac:spMkLst>
        </pc:spChg>
        <pc:cxnChg chg="mod">
          <ac:chgData name="Jean-Yves Pip Courbois (PSP)" userId="a1924744-714f-4235-8b2d-b9ec7101b88f" providerId="ADAL" clId="{CEAB3496-4800-44A7-987C-D5B8EE02B89E}" dt="2026-06-05T17:31:53.687" v="13961" actId="1076"/>
          <ac:cxnSpMkLst>
            <pc:docMk/>
            <pc:sldMk cId="1616976138" sldId="268"/>
            <ac:cxnSpMk id="4" creationId="{ED518A93-74AE-91C3-D970-4578F406F072}"/>
          </ac:cxnSpMkLst>
        </pc:cxnChg>
      </pc:sldChg>
      <pc:sldChg chg="modSp new mod">
        <pc:chgData name="Jean-Yves Pip Courbois (PSP)" userId="a1924744-714f-4235-8b2d-b9ec7101b88f" providerId="ADAL" clId="{CEAB3496-4800-44A7-987C-D5B8EE02B89E}" dt="2026-06-02T14:48:15.094" v="11379" actId="20577"/>
        <pc:sldMkLst>
          <pc:docMk/>
          <pc:sldMk cId="147317281" sldId="271"/>
        </pc:sldMkLst>
        <pc:spChg chg="mod">
          <ac:chgData name="Jean-Yves Pip Courbois (PSP)" userId="a1924744-714f-4235-8b2d-b9ec7101b88f" providerId="ADAL" clId="{CEAB3496-4800-44A7-987C-D5B8EE02B89E}" dt="2026-06-02T14:48:15.094" v="11379" actId="20577"/>
          <ac:spMkLst>
            <pc:docMk/>
            <pc:sldMk cId="147317281" sldId="271"/>
            <ac:spMk id="3" creationId="{897AEF4F-BF7D-6D41-2F4B-FDA4A534E5A2}"/>
          </ac:spMkLst>
        </pc:spChg>
      </pc:sldChg>
      <pc:sldChg chg="modSp add mod">
        <pc:chgData name="Jean-Yves Pip Courbois (PSP)" userId="a1924744-714f-4235-8b2d-b9ec7101b88f" providerId="ADAL" clId="{CEAB3496-4800-44A7-987C-D5B8EE02B89E}" dt="2026-06-02T14:28:13.452" v="9905" actId="122"/>
        <pc:sldMkLst>
          <pc:docMk/>
          <pc:sldMk cId="2830337723" sldId="272"/>
        </pc:sldMkLst>
        <pc:spChg chg="mod">
          <ac:chgData name="Jean-Yves Pip Courbois (PSP)" userId="a1924744-714f-4235-8b2d-b9ec7101b88f" providerId="ADAL" clId="{CEAB3496-4800-44A7-987C-D5B8EE02B89E}" dt="2026-06-02T14:28:13.452" v="9905" actId="122"/>
          <ac:spMkLst>
            <pc:docMk/>
            <pc:sldMk cId="2830337723" sldId="272"/>
            <ac:spMk id="3" creationId="{88C51E6C-1AB8-F89D-D3FE-C25AD1772282}"/>
          </ac:spMkLst>
        </pc:spChg>
      </pc:sldChg>
      <pc:sldChg chg="addSp delSp modSp new mod">
        <pc:chgData name="Jean-Yves Pip Courbois (PSP)" userId="a1924744-714f-4235-8b2d-b9ec7101b88f" providerId="ADAL" clId="{CEAB3496-4800-44A7-987C-D5B8EE02B89E}" dt="2026-06-02T15:24:07.559" v="13084" actId="1076"/>
        <pc:sldMkLst>
          <pc:docMk/>
          <pc:sldMk cId="65468950" sldId="273"/>
        </pc:sldMkLst>
        <pc:spChg chg="mod">
          <ac:chgData name="Jean-Yves Pip Courbois (PSP)" userId="a1924744-714f-4235-8b2d-b9ec7101b88f" providerId="ADAL" clId="{CEAB3496-4800-44A7-987C-D5B8EE02B89E}" dt="2026-06-02T15:20:36.612" v="12608" actId="20577"/>
          <ac:spMkLst>
            <pc:docMk/>
            <pc:sldMk cId="65468950" sldId="273"/>
            <ac:spMk id="3" creationId="{10420847-C528-45C6-DFAB-2BB0E58609CC}"/>
          </ac:spMkLst>
        </pc:spChg>
        <pc:spChg chg="mod">
          <ac:chgData name="Jean-Yves Pip Courbois (PSP)" userId="a1924744-714f-4235-8b2d-b9ec7101b88f" providerId="ADAL" clId="{CEAB3496-4800-44A7-987C-D5B8EE02B89E}" dt="2026-06-02T15:19:52.188" v="12577" actId="14100"/>
          <ac:spMkLst>
            <pc:docMk/>
            <pc:sldMk cId="65468950" sldId="273"/>
            <ac:spMk id="4" creationId="{ED88DF74-9D11-ACC8-E2BD-E0485AE046A7}"/>
          </ac:spMkLst>
        </pc:spChg>
        <pc:spChg chg="add mod">
          <ac:chgData name="Jean-Yves Pip Courbois (PSP)" userId="a1924744-714f-4235-8b2d-b9ec7101b88f" providerId="ADAL" clId="{CEAB3496-4800-44A7-987C-D5B8EE02B89E}" dt="2026-06-02T15:24:03.734" v="13081" actId="14100"/>
          <ac:spMkLst>
            <pc:docMk/>
            <pc:sldMk cId="65468950" sldId="273"/>
            <ac:spMk id="6" creationId="{CB7B6D4D-247F-1DD0-E444-95D8C8E76A87}"/>
          </ac:spMkLst>
        </pc:spChg>
        <pc:picChg chg="add mod">
          <ac:chgData name="Jean-Yves Pip Courbois (PSP)" userId="a1924744-714f-4235-8b2d-b9ec7101b88f" providerId="ADAL" clId="{CEAB3496-4800-44A7-987C-D5B8EE02B89E}" dt="2026-06-02T15:24:07.559" v="13084" actId="1076"/>
          <ac:picMkLst>
            <pc:docMk/>
            <pc:sldMk cId="65468950" sldId="273"/>
            <ac:picMk id="12" creationId="{384DE106-96AD-3041-84BB-19E6FA0B6C4E}"/>
          </ac:picMkLst>
        </pc:picChg>
      </pc:sldChg>
      <pc:sldChg chg="addSp modSp new mod">
        <pc:chgData name="Jean-Yves Pip Courbois (PSP)" userId="a1924744-714f-4235-8b2d-b9ec7101b88f" providerId="ADAL" clId="{CEAB3496-4800-44A7-987C-D5B8EE02B89E}" dt="2026-06-02T15:25:50.557" v="13295" actId="1076"/>
        <pc:sldMkLst>
          <pc:docMk/>
          <pc:sldMk cId="1609887177" sldId="274"/>
        </pc:sldMkLst>
        <pc:spChg chg="mod">
          <ac:chgData name="Jean-Yves Pip Courbois (PSP)" userId="a1924744-714f-4235-8b2d-b9ec7101b88f" providerId="ADAL" clId="{CEAB3496-4800-44A7-987C-D5B8EE02B89E}" dt="2026-06-02T15:25:00.078" v="13085" actId="1076"/>
          <ac:spMkLst>
            <pc:docMk/>
            <pc:sldMk cId="1609887177" sldId="274"/>
            <ac:spMk id="3" creationId="{4FBE7DB0-1EB3-BC84-6BB2-3C523983BDDA}"/>
          </ac:spMkLst>
        </pc:spChg>
        <pc:spChg chg="add mod">
          <ac:chgData name="Jean-Yves Pip Courbois (PSP)" userId="a1924744-714f-4235-8b2d-b9ec7101b88f" providerId="ADAL" clId="{CEAB3496-4800-44A7-987C-D5B8EE02B89E}" dt="2026-06-02T15:25:50.557" v="13295" actId="1076"/>
          <ac:spMkLst>
            <pc:docMk/>
            <pc:sldMk cId="1609887177" sldId="274"/>
            <ac:spMk id="5" creationId="{2D924799-A278-3497-17F7-0964E1F56D01}"/>
          </ac:spMkLst>
        </pc:spChg>
      </pc:sldChg>
      <pc:sldChg chg="modSp add mod">
        <pc:chgData name="Jean-Yves Pip Courbois (PSP)" userId="a1924744-714f-4235-8b2d-b9ec7101b88f" providerId="ADAL" clId="{CEAB3496-4800-44A7-987C-D5B8EE02B89E}" dt="2026-06-02T14:32:35.553" v="10214" actId="20577"/>
        <pc:sldMkLst>
          <pc:docMk/>
          <pc:sldMk cId="3114263344" sldId="282"/>
        </pc:sldMkLst>
        <pc:spChg chg="mod">
          <ac:chgData name="Jean-Yves Pip Courbois (PSP)" userId="a1924744-714f-4235-8b2d-b9ec7101b88f" providerId="ADAL" clId="{CEAB3496-4800-44A7-987C-D5B8EE02B89E}" dt="2026-06-02T14:32:35.553" v="10214" actId="20577"/>
          <ac:spMkLst>
            <pc:docMk/>
            <pc:sldMk cId="3114263344" sldId="282"/>
            <ac:spMk id="3" creationId="{4020611B-C12B-D0E4-1A18-52CBBB481F87}"/>
          </ac:spMkLst>
        </pc:spChg>
      </pc:sldChg>
      <pc:sldChg chg="modSp add mod">
        <pc:chgData name="Jean-Yves Pip Courbois (PSP)" userId="a1924744-714f-4235-8b2d-b9ec7101b88f" providerId="ADAL" clId="{CEAB3496-4800-44A7-987C-D5B8EE02B89E}" dt="2026-06-02T15:27:53.718" v="13304" actId="313"/>
        <pc:sldMkLst>
          <pc:docMk/>
          <pc:sldMk cId="3059682923" sldId="284"/>
        </pc:sldMkLst>
        <pc:spChg chg="mod">
          <ac:chgData name="Jean-Yves Pip Courbois (PSP)" userId="a1924744-714f-4235-8b2d-b9ec7101b88f" providerId="ADAL" clId="{CEAB3496-4800-44A7-987C-D5B8EE02B89E}" dt="2026-06-02T15:27:53.718" v="13304" actId="313"/>
          <ac:spMkLst>
            <pc:docMk/>
            <pc:sldMk cId="3059682923" sldId="284"/>
            <ac:spMk id="6" creationId="{3C25DF82-E4D8-2935-CCBE-014DFA57B0E2}"/>
          </ac:spMkLst>
        </pc:spChg>
      </pc:sldChg>
      <pc:sldChg chg="addSp delSp modSp new mod">
        <pc:chgData name="Jean-Yves Pip Courbois (PSP)" userId="a1924744-714f-4235-8b2d-b9ec7101b88f" providerId="ADAL" clId="{CEAB3496-4800-44A7-987C-D5B8EE02B89E}" dt="2026-06-02T15:14:58.733" v="12253" actId="20577"/>
        <pc:sldMkLst>
          <pc:docMk/>
          <pc:sldMk cId="2741759877" sldId="285"/>
        </pc:sldMkLst>
        <pc:spChg chg="mod">
          <ac:chgData name="Jean-Yves Pip Courbois (PSP)" userId="a1924744-714f-4235-8b2d-b9ec7101b88f" providerId="ADAL" clId="{CEAB3496-4800-44A7-987C-D5B8EE02B89E}" dt="2026-06-02T15:12:39.682" v="12188" actId="14100"/>
          <ac:spMkLst>
            <pc:docMk/>
            <pc:sldMk cId="2741759877" sldId="285"/>
            <ac:spMk id="3" creationId="{E78D906A-35F4-C15F-89B3-CF53C635D20C}"/>
          </ac:spMkLst>
        </pc:spChg>
        <pc:spChg chg="mod">
          <ac:chgData name="Jean-Yves Pip Courbois (PSP)" userId="a1924744-714f-4235-8b2d-b9ec7101b88f" providerId="ADAL" clId="{CEAB3496-4800-44A7-987C-D5B8EE02B89E}" dt="2026-06-02T15:11:59.825" v="12183" actId="1076"/>
          <ac:spMkLst>
            <pc:docMk/>
            <pc:sldMk cId="2741759877" sldId="285"/>
            <ac:spMk id="4" creationId="{2E4DB1B6-CE2B-2F80-B484-AFF82CAFE62A}"/>
          </ac:spMkLst>
        </pc:spChg>
        <pc:spChg chg="mod">
          <ac:chgData name="Jean-Yves Pip Courbois (PSP)" userId="a1924744-714f-4235-8b2d-b9ec7101b88f" providerId="ADAL" clId="{CEAB3496-4800-44A7-987C-D5B8EE02B89E}" dt="2026-06-02T15:11:23.797" v="12175" actId="1076"/>
          <ac:spMkLst>
            <pc:docMk/>
            <pc:sldMk cId="2741759877" sldId="285"/>
            <ac:spMk id="5" creationId="{0C1D9071-FC8B-1315-9527-9213BA9A7743}"/>
          </ac:spMkLst>
        </pc:spChg>
        <pc:spChg chg="mod">
          <ac:chgData name="Jean-Yves Pip Courbois (PSP)" userId="a1924744-714f-4235-8b2d-b9ec7101b88f" providerId="ADAL" clId="{CEAB3496-4800-44A7-987C-D5B8EE02B89E}" dt="2026-06-02T15:11:23.797" v="12175" actId="1076"/>
          <ac:spMkLst>
            <pc:docMk/>
            <pc:sldMk cId="2741759877" sldId="285"/>
            <ac:spMk id="6" creationId="{3C12B0A8-B688-2144-E4F5-05A2D49D0C12}"/>
          </ac:spMkLst>
        </pc:spChg>
        <pc:spChg chg="mod">
          <ac:chgData name="Jean-Yves Pip Courbois (PSP)" userId="a1924744-714f-4235-8b2d-b9ec7101b88f" providerId="ADAL" clId="{CEAB3496-4800-44A7-987C-D5B8EE02B89E}" dt="2026-06-02T15:11:14.781" v="12174" actId="14100"/>
          <ac:spMkLst>
            <pc:docMk/>
            <pc:sldMk cId="2741759877" sldId="285"/>
            <ac:spMk id="7" creationId="{CF2FBF95-EC6E-9CF5-4541-CCE9223D45B5}"/>
          </ac:spMkLst>
        </pc:spChg>
        <pc:spChg chg="mod">
          <ac:chgData name="Jean-Yves Pip Courbois (PSP)" userId="a1924744-714f-4235-8b2d-b9ec7101b88f" providerId="ADAL" clId="{CEAB3496-4800-44A7-987C-D5B8EE02B89E}" dt="2026-06-02T15:11:04.268" v="12150" actId="1076"/>
          <ac:spMkLst>
            <pc:docMk/>
            <pc:sldMk cId="2741759877" sldId="285"/>
            <ac:spMk id="8" creationId="{3422A895-C5F0-5138-6970-9C8231B8E800}"/>
          </ac:spMkLst>
        </pc:spChg>
        <pc:spChg chg="mod">
          <ac:chgData name="Jean-Yves Pip Courbois (PSP)" userId="a1924744-714f-4235-8b2d-b9ec7101b88f" providerId="ADAL" clId="{CEAB3496-4800-44A7-987C-D5B8EE02B89E}" dt="2026-06-02T15:14:58.733" v="12253" actId="20577"/>
          <ac:spMkLst>
            <pc:docMk/>
            <pc:sldMk cId="2741759877" sldId="285"/>
            <ac:spMk id="10" creationId="{D53FDC32-B3E4-97D9-63B4-46B779518E0B}"/>
          </ac:spMkLst>
        </pc:spChg>
        <pc:spChg chg="add mod">
          <ac:chgData name="Jean-Yves Pip Courbois (PSP)" userId="a1924744-714f-4235-8b2d-b9ec7101b88f" providerId="ADAL" clId="{CEAB3496-4800-44A7-987C-D5B8EE02B89E}" dt="2026-06-02T15:11:37.551" v="12177" actId="1076"/>
          <ac:spMkLst>
            <pc:docMk/>
            <pc:sldMk cId="2741759877" sldId="285"/>
            <ac:spMk id="12" creationId="{52213283-4A78-EB3E-126D-80CED33C984A}"/>
          </ac:spMkLst>
        </pc:spChg>
        <pc:spChg chg="add mod">
          <ac:chgData name="Jean-Yves Pip Courbois (PSP)" userId="a1924744-714f-4235-8b2d-b9ec7101b88f" providerId="ADAL" clId="{CEAB3496-4800-44A7-987C-D5B8EE02B89E}" dt="2026-06-02T15:11:37.551" v="12177" actId="1076"/>
          <ac:spMkLst>
            <pc:docMk/>
            <pc:sldMk cId="2741759877" sldId="285"/>
            <ac:spMk id="13" creationId="{D4E8C478-8A8F-C697-DAE4-23A02C446D2E}"/>
          </ac:spMkLst>
        </pc:spChg>
        <pc:spChg chg="add">
          <ac:chgData name="Jean-Yves Pip Courbois (PSP)" userId="a1924744-714f-4235-8b2d-b9ec7101b88f" providerId="ADAL" clId="{CEAB3496-4800-44A7-987C-D5B8EE02B89E}" dt="2026-06-02T15:13:12.987" v="12195" actId="11529"/>
          <ac:spMkLst>
            <pc:docMk/>
            <pc:sldMk cId="2741759877" sldId="285"/>
            <ac:spMk id="24" creationId="{71E1A563-F4C5-F206-6A46-17EBF27C5F72}"/>
          </ac:spMkLst>
        </pc:spChg>
        <pc:spChg chg="add mod">
          <ac:chgData name="Jean-Yves Pip Courbois (PSP)" userId="a1924744-714f-4235-8b2d-b9ec7101b88f" providerId="ADAL" clId="{CEAB3496-4800-44A7-987C-D5B8EE02B89E}" dt="2026-06-02T15:13:42.624" v="12205" actId="20577"/>
          <ac:spMkLst>
            <pc:docMk/>
            <pc:sldMk cId="2741759877" sldId="285"/>
            <ac:spMk id="26" creationId="{F200ECE6-3A5D-6539-6591-B6DC7B9A4F6D}"/>
          </ac:spMkLst>
        </pc:spChg>
        <pc:spChg chg="add mod">
          <ac:chgData name="Jean-Yves Pip Courbois (PSP)" userId="a1924744-714f-4235-8b2d-b9ec7101b88f" providerId="ADAL" clId="{CEAB3496-4800-44A7-987C-D5B8EE02B89E}" dt="2026-06-02T15:13:54.803" v="12214" actId="1076"/>
          <ac:spMkLst>
            <pc:docMk/>
            <pc:sldMk cId="2741759877" sldId="285"/>
            <ac:spMk id="27" creationId="{0B5F4212-5D01-6F00-3D28-261999A494C3}"/>
          </ac:spMkLst>
        </pc:spChg>
        <pc:cxnChg chg="add mod">
          <ac:chgData name="Jean-Yves Pip Courbois (PSP)" userId="a1924744-714f-4235-8b2d-b9ec7101b88f" providerId="ADAL" clId="{CEAB3496-4800-44A7-987C-D5B8EE02B89E}" dt="2026-06-02T15:11:50.560" v="12180" actId="1076"/>
          <ac:cxnSpMkLst>
            <pc:docMk/>
            <pc:sldMk cId="2741759877" sldId="285"/>
            <ac:cxnSpMk id="17" creationId="{DD0F8714-72C1-3C2E-67D9-A5261F791AE5}"/>
          </ac:cxnSpMkLst>
        </pc:cxnChg>
        <pc:cxnChg chg="add mod">
          <ac:chgData name="Jean-Yves Pip Courbois (PSP)" userId="a1924744-714f-4235-8b2d-b9ec7101b88f" providerId="ADAL" clId="{CEAB3496-4800-44A7-987C-D5B8EE02B89E}" dt="2026-06-02T15:11:54.214" v="12182" actId="1076"/>
          <ac:cxnSpMkLst>
            <pc:docMk/>
            <pc:sldMk cId="2741759877" sldId="285"/>
            <ac:cxnSpMk id="18" creationId="{5E7DE3C4-B32E-B101-A733-6F07AF8DE340}"/>
          </ac:cxnSpMkLst>
        </pc:cxnChg>
        <pc:cxnChg chg="add mod">
          <ac:chgData name="Jean-Yves Pip Courbois (PSP)" userId="a1924744-714f-4235-8b2d-b9ec7101b88f" providerId="ADAL" clId="{CEAB3496-4800-44A7-987C-D5B8EE02B89E}" dt="2026-06-02T15:12:56.617" v="12194" actId="1076"/>
          <ac:cxnSpMkLst>
            <pc:docMk/>
            <pc:sldMk cId="2741759877" sldId="285"/>
            <ac:cxnSpMk id="20" creationId="{5F86F9B0-47B6-3434-88CF-E75001C9CD0F}"/>
          </ac:cxnSpMkLst>
        </pc:cxnChg>
        <pc:cxnChg chg="add mod">
          <ac:chgData name="Jean-Yves Pip Courbois (PSP)" userId="a1924744-714f-4235-8b2d-b9ec7101b88f" providerId="ADAL" clId="{CEAB3496-4800-44A7-987C-D5B8EE02B89E}" dt="2026-06-02T15:12:51.825" v="12193" actId="1076"/>
          <ac:cxnSpMkLst>
            <pc:docMk/>
            <pc:sldMk cId="2741759877" sldId="285"/>
            <ac:cxnSpMk id="22" creationId="{99C5295C-304B-BAF2-5509-787828921B21}"/>
          </ac:cxnSpMkLst>
        </pc:cxnChg>
      </pc:sldChg>
      <pc:sldChg chg="modSp add mod ord">
        <pc:chgData name="Jean-Yves Pip Courbois (PSP)" userId="a1924744-714f-4235-8b2d-b9ec7101b88f" providerId="ADAL" clId="{CEAB3496-4800-44A7-987C-D5B8EE02B89E}" dt="2026-06-02T15:27:58.722" v="13305" actId="313"/>
        <pc:sldMkLst>
          <pc:docMk/>
          <pc:sldMk cId="3413895947" sldId="2147483594"/>
        </pc:sldMkLst>
        <pc:graphicFrameChg chg="modGraphic">
          <ac:chgData name="Jean-Yves Pip Courbois (PSP)" userId="a1924744-714f-4235-8b2d-b9ec7101b88f" providerId="ADAL" clId="{CEAB3496-4800-44A7-987C-D5B8EE02B89E}" dt="2026-06-02T15:27:58.722" v="13305" actId="313"/>
          <ac:graphicFrameMkLst>
            <pc:docMk/>
            <pc:sldMk cId="3413895947" sldId="2147483594"/>
            <ac:graphicFrameMk id="6" creationId="{137F207B-CDBC-4D43-C694-BDA3BC0FE1E0}"/>
          </ac:graphicFrameMkLst>
        </pc:graphicFrameChg>
      </pc:sldChg>
      <pc:sldChg chg="addSp modSp add mod ord">
        <pc:chgData name="Jean-Yves Pip Courbois (PSP)" userId="a1924744-714f-4235-8b2d-b9ec7101b88f" providerId="ADAL" clId="{CEAB3496-4800-44A7-987C-D5B8EE02B89E}" dt="2026-06-01T19:22:02.297" v="9162" actId="20577"/>
        <pc:sldMkLst>
          <pc:docMk/>
          <pc:sldMk cId="2458576691" sldId="2147483613"/>
        </pc:sldMkLst>
        <pc:spChg chg="mod">
          <ac:chgData name="Jean-Yves Pip Courbois (PSP)" userId="a1924744-714f-4235-8b2d-b9ec7101b88f" providerId="ADAL" clId="{CEAB3496-4800-44A7-987C-D5B8EE02B89E}" dt="2026-06-01T16:50:47.048" v="5419" actId="20577"/>
          <ac:spMkLst>
            <pc:docMk/>
            <pc:sldMk cId="2458576691" sldId="2147483613"/>
            <ac:spMk id="3" creationId="{36E9F4A3-1256-4FFD-71D4-06D0FA9CB97C}"/>
          </ac:spMkLst>
        </pc:spChg>
        <pc:spChg chg="mod">
          <ac:chgData name="Jean-Yves Pip Courbois (PSP)" userId="a1924744-714f-4235-8b2d-b9ec7101b88f" providerId="ADAL" clId="{CEAB3496-4800-44A7-987C-D5B8EE02B89E}" dt="2026-06-01T16:50:15.223" v="5326" actId="20577"/>
          <ac:spMkLst>
            <pc:docMk/>
            <pc:sldMk cId="2458576691" sldId="2147483613"/>
            <ac:spMk id="4" creationId="{CA942074-3835-F794-DBED-54A04CE75558}"/>
          </ac:spMkLst>
        </pc:spChg>
        <pc:spChg chg="mod">
          <ac:chgData name="Jean-Yves Pip Courbois (PSP)" userId="a1924744-714f-4235-8b2d-b9ec7101b88f" providerId="ADAL" clId="{CEAB3496-4800-44A7-987C-D5B8EE02B89E}" dt="2026-06-01T16:52:49.730" v="5478" actId="1076"/>
          <ac:spMkLst>
            <pc:docMk/>
            <pc:sldMk cId="2458576691" sldId="2147483613"/>
            <ac:spMk id="6" creationId="{DB7384C5-5125-C625-EF53-AF2CD1F41B19}"/>
          </ac:spMkLst>
        </pc:spChg>
        <pc:spChg chg="mod">
          <ac:chgData name="Jean-Yves Pip Courbois (PSP)" userId="a1924744-714f-4235-8b2d-b9ec7101b88f" providerId="ADAL" clId="{CEAB3496-4800-44A7-987C-D5B8EE02B89E}" dt="2026-06-01T16:52:49.730" v="5478" actId="1076"/>
          <ac:spMkLst>
            <pc:docMk/>
            <pc:sldMk cId="2458576691" sldId="2147483613"/>
            <ac:spMk id="7" creationId="{2935157E-0D2C-220A-DB29-4E3D52580CFB}"/>
          </ac:spMkLst>
        </pc:spChg>
        <pc:graphicFrameChg chg="add mod modGraphic">
          <ac:chgData name="Jean-Yves Pip Courbois (PSP)" userId="a1924744-714f-4235-8b2d-b9ec7101b88f" providerId="ADAL" clId="{CEAB3496-4800-44A7-987C-D5B8EE02B89E}" dt="2026-06-01T16:52:06.209" v="5471" actId="1076"/>
          <ac:graphicFrameMkLst>
            <pc:docMk/>
            <pc:sldMk cId="2458576691" sldId="2147483613"/>
            <ac:graphicFrameMk id="8" creationId="{D921A48B-1645-EBA4-B989-8FE92F32C045}"/>
          </ac:graphicFrameMkLst>
        </pc:graphicFrameChg>
        <pc:graphicFrameChg chg="mod modGraphic">
          <ac:chgData name="Jean-Yves Pip Courbois (PSP)" userId="a1924744-714f-4235-8b2d-b9ec7101b88f" providerId="ADAL" clId="{CEAB3496-4800-44A7-987C-D5B8EE02B89E}" dt="2026-06-01T19:22:02.297" v="9162" actId="20577"/>
          <ac:graphicFrameMkLst>
            <pc:docMk/>
            <pc:sldMk cId="2458576691" sldId="2147483613"/>
            <ac:graphicFrameMk id="47" creationId="{06473638-347A-B197-5552-E435E5B8DE46}"/>
          </ac:graphicFrameMkLst>
        </pc:graphicFrameChg>
        <pc:picChg chg="add mod">
          <ac:chgData name="Jean-Yves Pip Courbois (PSP)" userId="a1924744-714f-4235-8b2d-b9ec7101b88f" providerId="ADAL" clId="{CEAB3496-4800-44A7-987C-D5B8EE02B89E}" dt="2026-06-01T16:52:49.730" v="5478" actId="1076"/>
          <ac:picMkLst>
            <pc:docMk/>
            <pc:sldMk cId="2458576691" sldId="2147483613"/>
            <ac:picMk id="10" creationId="{B965682B-5C38-CEF9-F932-021F29760D60}"/>
          </ac:picMkLst>
        </pc:picChg>
      </pc:sldChg>
      <pc:sldChg chg="addSp modSp new mod modShow">
        <pc:chgData name="Jean-Yves Pip Courbois (PSP)" userId="a1924744-714f-4235-8b2d-b9ec7101b88f" providerId="ADAL" clId="{CEAB3496-4800-44A7-987C-D5B8EE02B89E}" dt="2026-05-27T22:13:29.396" v="286" actId="729"/>
        <pc:sldMkLst>
          <pc:docMk/>
          <pc:sldMk cId="2112585326" sldId="2147483637"/>
        </pc:sldMkLst>
        <pc:picChg chg="add mod">
          <ac:chgData name="Jean-Yves Pip Courbois (PSP)" userId="a1924744-714f-4235-8b2d-b9ec7101b88f" providerId="ADAL" clId="{CEAB3496-4800-44A7-987C-D5B8EE02B89E}" dt="2026-05-27T17:01:59.769" v="107" actId="14100"/>
          <ac:picMkLst>
            <pc:docMk/>
            <pc:sldMk cId="2112585326" sldId="2147483637"/>
            <ac:picMk id="1026" creationId="{DD97EACE-DDB1-5C71-53C8-98B78E1CD7ED}"/>
          </ac:picMkLst>
        </pc:picChg>
      </pc:sldChg>
      <pc:sldChg chg="addSp modSp new mod">
        <pc:chgData name="Jean-Yves Pip Courbois (PSP)" userId="a1924744-714f-4235-8b2d-b9ec7101b88f" providerId="ADAL" clId="{CEAB3496-4800-44A7-987C-D5B8EE02B89E}" dt="2026-06-02T19:09:37.008" v="13944" actId="20577"/>
        <pc:sldMkLst>
          <pc:docMk/>
          <pc:sldMk cId="2344890838" sldId="2147483638"/>
        </pc:sldMkLst>
        <pc:spChg chg="mod">
          <ac:chgData name="Jean-Yves Pip Courbois (PSP)" userId="a1924744-714f-4235-8b2d-b9ec7101b88f" providerId="ADAL" clId="{CEAB3496-4800-44A7-987C-D5B8EE02B89E}" dt="2026-06-02T15:16:09.868" v="12333" actId="20577"/>
          <ac:spMkLst>
            <pc:docMk/>
            <pc:sldMk cId="2344890838" sldId="2147483638"/>
            <ac:spMk id="3" creationId="{5345E934-DB04-7B48-900A-C494F13713C0}"/>
          </ac:spMkLst>
        </pc:spChg>
        <pc:spChg chg="add mod">
          <ac:chgData name="Jean-Yves Pip Courbois (PSP)" userId="a1924744-714f-4235-8b2d-b9ec7101b88f" providerId="ADAL" clId="{CEAB3496-4800-44A7-987C-D5B8EE02B89E}" dt="2026-06-02T19:09:37.008" v="13944" actId="20577"/>
          <ac:spMkLst>
            <pc:docMk/>
            <pc:sldMk cId="2344890838" sldId="2147483638"/>
            <ac:spMk id="4" creationId="{893D9606-8DEA-5322-8F90-168BEE037FA2}"/>
          </ac:spMkLst>
        </pc:spChg>
      </pc:sldChg>
      <pc:sldChg chg="addSp delSp modSp new mod ord modShow">
        <pc:chgData name="Jean-Yves Pip Courbois (PSP)" userId="a1924744-714f-4235-8b2d-b9ec7101b88f" providerId="ADAL" clId="{CEAB3496-4800-44A7-987C-D5B8EE02B89E}" dt="2026-06-05T20:09:15.732" v="13962" actId="1076"/>
        <pc:sldMkLst>
          <pc:docMk/>
          <pc:sldMk cId="2047683990" sldId="2147483639"/>
        </pc:sldMkLst>
        <pc:picChg chg="add mod">
          <ac:chgData name="Jean-Yves Pip Courbois (PSP)" userId="a1924744-714f-4235-8b2d-b9ec7101b88f" providerId="ADAL" clId="{CEAB3496-4800-44A7-987C-D5B8EE02B89E}" dt="2026-06-05T20:09:15.732" v="13962" actId="1076"/>
          <ac:picMkLst>
            <pc:docMk/>
            <pc:sldMk cId="2047683990" sldId="2147483639"/>
            <ac:picMk id="2050" creationId="{AC2D47AF-D6A4-3988-0DF7-D089E1F0CFC8}"/>
          </ac:picMkLst>
        </pc:picChg>
      </pc:sldChg>
      <pc:sldChg chg="modSp add mod modShow">
        <pc:chgData name="Jean-Yves Pip Courbois (PSP)" userId="a1924744-714f-4235-8b2d-b9ec7101b88f" providerId="ADAL" clId="{CEAB3496-4800-44A7-987C-D5B8EE02B89E}" dt="2026-05-27T22:13:29.396" v="286" actId="729"/>
        <pc:sldMkLst>
          <pc:docMk/>
          <pc:sldMk cId="3709677239" sldId="2147483640"/>
        </pc:sldMkLst>
        <pc:spChg chg="mod">
          <ac:chgData name="Jean-Yves Pip Courbois (PSP)" userId="a1924744-714f-4235-8b2d-b9ec7101b88f" providerId="ADAL" clId="{CEAB3496-4800-44A7-987C-D5B8EE02B89E}" dt="2026-05-27T22:13:24.185" v="285" actId="20577"/>
          <ac:spMkLst>
            <pc:docMk/>
            <pc:sldMk cId="3709677239" sldId="2147483640"/>
            <ac:spMk id="4" creationId="{3E7B84C8-F763-ACF5-DB19-2DB8B70547A4}"/>
          </ac:spMkLst>
        </pc:spChg>
      </pc:sldChg>
      <pc:sldChg chg="addSp delSp modSp new mod modClrScheme chgLayout">
        <pc:chgData name="Jean-Yves Pip Courbois (PSP)" userId="a1924744-714f-4235-8b2d-b9ec7101b88f" providerId="ADAL" clId="{CEAB3496-4800-44A7-987C-D5B8EE02B89E}" dt="2026-05-28T22:25:36.245" v="767" actId="20577"/>
        <pc:sldMkLst>
          <pc:docMk/>
          <pc:sldMk cId="3289756572" sldId="2147483642"/>
        </pc:sldMkLst>
        <pc:spChg chg="add mod ord">
          <ac:chgData name="Jean-Yves Pip Courbois (PSP)" userId="a1924744-714f-4235-8b2d-b9ec7101b88f" providerId="ADAL" clId="{CEAB3496-4800-44A7-987C-D5B8EE02B89E}" dt="2026-05-28T22:14:21.681" v="481" actId="700"/>
          <ac:spMkLst>
            <pc:docMk/>
            <pc:sldMk cId="3289756572" sldId="2147483642"/>
            <ac:spMk id="17" creationId="{E6CD481B-F900-7D62-1AEC-A1B36497AB38}"/>
          </ac:spMkLst>
        </pc:spChg>
        <pc:spChg chg="add mod">
          <ac:chgData name="Jean-Yves Pip Courbois (PSP)" userId="a1924744-714f-4235-8b2d-b9ec7101b88f" providerId="ADAL" clId="{CEAB3496-4800-44A7-987C-D5B8EE02B89E}" dt="2026-05-28T22:19:30.450" v="675" actId="20577"/>
          <ac:spMkLst>
            <pc:docMk/>
            <pc:sldMk cId="3289756572" sldId="2147483642"/>
            <ac:spMk id="19" creationId="{9BA2921F-35A5-FE10-A6E7-372CB2D3288A}"/>
          </ac:spMkLst>
        </pc:spChg>
        <pc:spChg chg="add mod">
          <ac:chgData name="Jean-Yves Pip Courbois (PSP)" userId="a1924744-714f-4235-8b2d-b9ec7101b88f" providerId="ADAL" clId="{CEAB3496-4800-44A7-987C-D5B8EE02B89E}" dt="2026-05-28T22:25:36.245" v="767" actId="20577"/>
          <ac:spMkLst>
            <pc:docMk/>
            <pc:sldMk cId="3289756572" sldId="2147483642"/>
            <ac:spMk id="20" creationId="{990407AD-95CE-B004-CF81-0F2FEA392721}"/>
          </ac:spMkLst>
        </pc:spChg>
        <pc:spChg chg="add mod">
          <ac:chgData name="Jean-Yves Pip Courbois (PSP)" userId="a1924744-714f-4235-8b2d-b9ec7101b88f" providerId="ADAL" clId="{CEAB3496-4800-44A7-987C-D5B8EE02B89E}" dt="2026-05-28T22:16:00.263" v="605" actId="14100"/>
          <ac:spMkLst>
            <pc:docMk/>
            <pc:sldMk cId="3289756572" sldId="2147483642"/>
            <ac:spMk id="21" creationId="{6B102365-45CD-6E8D-39ED-F6AFAA66920A}"/>
          </ac:spMkLst>
        </pc:spChg>
        <pc:spChg chg="add mod">
          <ac:chgData name="Jean-Yves Pip Courbois (PSP)" userId="a1924744-714f-4235-8b2d-b9ec7101b88f" providerId="ADAL" clId="{CEAB3496-4800-44A7-987C-D5B8EE02B89E}" dt="2026-05-28T22:16:40.689" v="634" actId="14100"/>
          <ac:spMkLst>
            <pc:docMk/>
            <pc:sldMk cId="3289756572" sldId="2147483642"/>
            <ac:spMk id="22" creationId="{5C6BAB37-50A7-C6FB-1F01-7F61BC68D13C}"/>
          </ac:spMkLst>
        </pc:spChg>
        <pc:spChg chg="add mod">
          <ac:chgData name="Jean-Yves Pip Courbois (PSP)" userId="a1924744-714f-4235-8b2d-b9ec7101b88f" providerId="ADAL" clId="{CEAB3496-4800-44A7-987C-D5B8EE02B89E}" dt="2026-05-28T22:19:27.556" v="667" actId="20577"/>
          <ac:spMkLst>
            <pc:docMk/>
            <pc:sldMk cId="3289756572" sldId="2147483642"/>
            <ac:spMk id="23" creationId="{8B49C219-9776-F1FE-78B2-D19BEBE3BA62}"/>
          </ac:spMkLst>
        </pc:spChg>
        <pc:spChg chg="add mod">
          <ac:chgData name="Jean-Yves Pip Courbois (PSP)" userId="a1924744-714f-4235-8b2d-b9ec7101b88f" providerId="ADAL" clId="{CEAB3496-4800-44A7-987C-D5B8EE02B89E}" dt="2026-05-28T22:16:33.967" v="633" actId="20577"/>
          <ac:spMkLst>
            <pc:docMk/>
            <pc:sldMk cId="3289756572" sldId="2147483642"/>
            <ac:spMk id="24" creationId="{3417D432-A595-B904-CACD-AB5D836882BA}"/>
          </ac:spMkLst>
        </pc:spChg>
        <pc:spChg chg="add mod">
          <ac:chgData name="Jean-Yves Pip Courbois (PSP)" userId="a1924744-714f-4235-8b2d-b9ec7101b88f" providerId="ADAL" clId="{CEAB3496-4800-44A7-987C-D5B8EE02B89E}" dt="2026-05-28T22:19:49.883" v="725" actId="14100"/>
          <ac:spMkLst>
            <pc:docMk/>
            <pc:sldMk cId="3289756572" sldId="2147483642"/>
            <ac:spMk id="25" creationId="{E1E4B647-81A9-C37C-AF6B-F37C889B9EBD}"/>
          </ac:spMkLst>
        </pc:spChg>
        <pc:spChg chg="add mod">
          <ac:chgData name="Jean-Yves Pip Courbois (PSP)" userId="a1924744-714f-4235-8b2d-b9ec7101b88f" providerId="ADAL" clId="{CEAB3496-4800-44A7-987C-D5B8EE02B89E}" dt="2026-05-28T22:19:46.857" v="723" actId="20577"/>
          <ac:spMkLst>
            <pc:docMk/>
            <pc:sldMk cId="3289756572" sldId="2147483642"/>
            <ac:spMk id="26" creationId="{8F95919A-4B6E-7104-F95E-0DE6F335D8CC}"/>
          </ac:spMkLst>
        </pc:spChg>
        <pc:spChg chg="add mod">
          <ac:chgData name="Jean-Yves Pip Courbois (PSP)" userId="a1924744-714f-4235-8b2d-b9ec7101b88f" providerId="ADAL" clId="{CEAB3496-4800-44A7-987C-D5B8EE02B89E}" dt="2026-05-28T22:20:07.678" v="729" actId="207"/>
          <ac:spMkLst>
            <pc:docMk/>
            <pc:sldMk cId="3289756572" sldId="2147483642"/>
            <ac:spMk id="27" creationId="{3A3B6E13-1BD9-5AB6-8041-1A07C9BDC87F}"/>
          </ac:spMkLst>
        </pc:spChg>
        <pc:spChg chg="add mod">
          <ac:chgData name="Jean-Yves Pip Courbois (PSP)" userId="a1924744-714f-4235-8b2d-b9ec7101b88f" providerId="ADAL" clId="{CEAB3496-4800-44A7-987C-D5B8EE02B89E}" dt="2026-05-28T22:20:47.083" v="745" actId="1076"/>
          <ac:spMkLst>
            <pc:docMk/>
            <pc:sldMk cId="3289756572" sldId="2147483642"/>
            <ac:spMk id="28" creationId="{8278466F-4689-2073-ACC2-EBA4BACD7486}"/>
          </ac:spMkLst>
        </pc:spChg>
      </pc:sldChg>
      <pc:sldChg chg="addSp delSp modSp new mod ord">
        <pc:chgData name="Jean-Yves Pip Courbois (PSP)" userId="a1924744-714f-4235-8b2d-b9ec7101b88f" providerId="ADAL" clId="{CEAB3496-4800-44A7-987C-D5B8EE02B89E}" dt="2026-06-02T16:11:09.315" v="13943" actId="20577"/>
        <pc:sldMkLst>
          <pc:docMk/>
          <pc:sldMk cId="1395303232" sldId="2147483644"/>
        </pc:sldMkLst>
        <pc:spChg chg="mod">
          <ac:chgData name="Jean-Yves Pip Courbois (PSP)" userId="a1924744-714f-4235-8b2d-b9ec7101b88f" providerId="ADAL" clId="{CEAB3496-4800-44A7-987C-D5B8EE02B89E}" dt="2026-06-01T03:22:43.975" v="831" actId="20577"/>
          <ac:spMkLst>
            <pc:docMk/>
            <pc:sldMk cId="1395303232" sldId="2147483644"/>
            <ac:spMk id="4" creationId="{23114B24-B7EF-476A-FC24-3BBF9194C4FF}"/>
          </ac:spMkLst>
        </pc:spChg>
        <pc:spChg chg="add mod">
          <ac:chgData name="Jean-Yves Pip Courbois (PSP)" userId="a1924744-714f-4235-8b2d-b9ec7101b88f" providerId="ADAL" clId="{CEAB3496-4800-44A7-987C-D5B8EE02B89E}" dt="2026-06-02T16:11:09.315" v="13943" actId="20577"/>
          <ac:spMkLst>
            <pc:docMk/>
            <pc:sldMk cId="1395303232" sldId="2147483644"/>
            <ac:spMk id="6" creationId="{BACDDB7E-DCDB-354B-35A0-277E0A1C8A52}"/>
          </ac:spMkLst>
        </pc:spChg>
      </pc:sldChg>
      <pc:sldChg chg="addSp delSp modSp new mod">
        <pc:chgData name="Jean-Yves Pip Courbois (PSP)" userId="a1924744-714f-4235-8b2d-b9ec7101b88f" providerId="ADAL" clId="{CEAB3496-4800-44A7-987C-D5B8EE02B89E}" dt="2026-06-01T16:44:46.206" v="5201" actId="20577"/>
        <pc:sldMkLst>
          <pc:docMk/>
          <pc:sldMk cId="873818775" sldId="2147483645"/>
        </pc:sldMkLst>
        <pc:spChg chg="mod">
          <ac:chgData name="Jean-Yves Pip Courbois (PSP)" userId="a1924744-714f-4235-8b2d-b9ec7101b88f" providerId="ADAL" clId="{CEAB3496-4800-44A7-987C-D5B8EE02B89E}" dt="2026-06-01T16:44:46.206" v="5201" actId="20577"/>
          <ac:spMkLst>
            <pc:docMk/>
            <pc:sldMk cId="873818775" sldId="2147483645"/>
            <ac:spMk id="3" creationId="{42A22680-F546-9DC8-C255-0CE016D6B947}"/>
          </ac:spMkLst>
        </pc:spChg>
        <pc:spChg chg="mod">
          <ac:chgData name="Jean-Yves Pip Courbois (PSP)" userId="a1924744-714f-4235-8b2d-b9ec7101b88f" providerId="ADAL" clId="{CEAB3496-4800-44A7-987C-D5B8EE02B89E}" dt="2026-06-01T03:33:21.304" v="1479" actId="20577"/>
          <ac:spMkLst>
            <pc:docMk/>
            <pc:sldMk cId="873818775" sldId="2147483645"/>
            <ac:spMk id="4" creationId="{E3477CE6-1B1D-F31B-42D0-A2061AC3C5AE}"/>
          </ac:spMkLst>
        </pc:spChg>
        <pc:spChg chg="mod">
          <ac:chgData name="Jean-Yves Pip Courbois (PSP)" userId="a1924744-714f-4235-8b2d-b9ec7101b88f" providerId="ADAL" clId="{CEAB3496-4800-44A7-987C-D5B8EE02B89E}" dt="2026-06-01T16:44:24.008" v="5188" actId="20577"/>
          <ac:spMkLst>
            <pc:docMk/>
            <pc:sldMk cId="873818775" sldId="2147483645"/>
            <ac:spMk id="5" creationId="{B4603D31-B70C-7E5E-AD7B-95729EE3D535}"/>
          </ac:spMkLst>
        </pc:spChg>
        <pc:spChg chg="mod">
          <ac:chgData name="Jean-Yves Pip Courbois (PSP)" userId="a1924744-714f-4235-8b2d-b9ec7101b88f" providerId="ADAL" clId="{CEAB3496-4800-44A7-987C-D5B8EE02B89E}" dt="2026-06-01T03:30:48.777" v="1021" actId="14100"/>
          <ac:spMkLst>
            <pc:docMk/>
            <pc:sldMk cId="873818775" sldId="2147483645"/>
            <ac:spMk id="6" creationId="{90C05F3C-DFC2-6079-082D-08DE52235531}"/>
          </ac:spMkLst>
        </pc:spChg>
        <pc:spChg chg="mod">
          <ac:chgData name="Jean-Yves Pip Courbois (PSP)" userId="a1924744-714f-4235-8b2d-b9ec7101b88f" providerId="ADAL" clId="{CEAB3496-4800-44A7-987C-D5B8EE02B89E}" dt="2026-06-01T03:32:37.534" v="1345" actId="20577"/>
          <ac:spMkLst>
            <pc:docMk/>
            <pc:sldMk cId="873818775" sldId="2147483645"/>
            <ac:spMk id="7" creationId="{C54F2384-516E-5959-79CF-D450917F53DE}"/>
          </ac:spMkLst>
        </pc:spChg>
        <pc:spChg chg="mod">
          <ac:chgData name="Jean-Yves Pip Courbois (PSP)" userId="a1924744-714f-4235-8b2d-b9ec7101b88f" providerId="ADAL" clId="{CEAB3496-4800-44A7-987C-D5B8EE02B89E}" dt="2026-06-01T03:30:31.849" v="993" actId="20577"/>
          <ac:spMkLst>
            <pc:docMk/>
            <pc:sldMk cId="873818775" sldId="2147483645"/>
            <ac:spMk id="8" creationId="{481727A1-6201-91D9-B548-D68FDC2F4187}"/>
          </ac:spMkLst>
        </pc:spChg>
        <pc:spChg chg="mod">
          <ac:chgData name="Jean-Yves Pip Courbois (PSP)" userId="a1924744-714f-4235-8b2d-b9ec7101b88f" providerId="ADAL" clId="{CEAB3496-4800-44A7-987C-D5B8EE02B89E}" dt="2026-06-01T16:44:04.056" v="5162" actId="20577"/>
          <ac:spMkLst>
            <pc:docMk/>
            <pc:sldMk cId="873818775" sldId="2147483645"/>
            <ac:spMk id="9" creationId="{BA4ACCDD-BC22-6471-3712-47D3678D2431}"/>
          </ac:spMkLst>
        </pc:spChg>
        <pc:spChg chg="mod">
          <ac:chgData name="Jean-Yves Pip Courbois (PSP)" userId="a1924744-714f-4235-8b2d-b9ec7101b88f" providerId="ADAL" clId="{CEAB3496-4800-44A7-987C-D5B8EE02B89E}" dt="2026-06-01T03:30:22.938" v="966" actId="20577"/>
          <ac:spMkLst>
            <pc:docMk/>
            <pc:sldMk cId="873818775" sldId="2147483645"/>
            <ac:spMk id="10" creationId="{ADB8192C-7DC3-D12E-D706-35A0F0E5A16D}"/>
          </ac:spMkLst>
        </pc:spChg>
        <pc:spChg chg="mod">
          <ac:chgData name="Jean-Yves Pip Courbois (PSP)" userId="a1924744-714f-4235-8b2d-b9ec7101b88f" providerId="ADAL" clId="{CEAB3496-4800-44A7-987C-D5B8EE02B89E}" dt="2026-06-01T16:43:38.720" v="5157" actId="14100"/>
          <ac:spMkLst>
            <pc:docMk/>
            <pc:sldMk cId="873818775" sldId="2147483645"/>
            <ac:spMk id="11" creationId="{B52863EC-F939-C84E-B868-D26157B57CD0}"/>
          </ac:spMkLst>
        </pc:spChg>
        <pc:spChg chg="mod">
          <ac:chgData name="Jean-Yves Pip Courbois (PSP)" userId="a1924744-714f-4235-8b2d-b9ec7101b88f" providerId="ADAL" clId="{CEAB3496-4800-44A7-987C-D5B8EE02B89E}" dt="2026-06-01T03:29:51.300" v="907" actId="20577"/>
          <ac:spMkLst>
            <pc:docMk/>
            <pc:sldMk cId="873818775" sldId="2147483645"/>
            <ac:spMk id="12" creationId="{F768448B-F64B-D9FF-43C4-D0EEE47F35D9}"/>
          </ac:spMkLst>
        </pc:spChg>
      </pc:sldChg>
      <pc:sldChg chg="addSp delSp modSp new mod">
        <pc:chgData name="Jean-Yves Pip Courbois (PSP)" userId="a1924744-714f-4235-8b2d-b9ec7101b88f" providerId="ADAL" clId="{CEAB3496-4800-44A7-987C-D5B8EE02B89E}" dt="2026-06-02T15:27:44.066" v="13300" actId="313"/>
        <pc:sldMkLst>
          <pc:docMk/>
          <pc:sldMk cId="2241819542" sldId="2147483646"/>
        </pc:sldMkLst>
        <pc:spChg chg="mod">
          <ac:chgData name="Jean-Yves Pip Courbois (PSP)" userId="a1924744-714f-4235-8b2d-b9ec7101b88f" providerId="ADAL" clId="{CEAB3496-4800-44A7-987C-D5B8EE02B89E}" dt="2026-06-02T15:27:42.447" v="13299" actId="313"/>
          <ac:spMkLst>
            <pc:docMk/>
            <pc:sldMk cId="2241819542" sldId="2147483646"/>
            <ac:spMk id="3" creationId="{8BA50C89-055D-3C6C-2AC3-255D9D178AEE}"/>
          </ac:spMkLst>
        </pc:spChg>
        <pc:spChg chg="mod">
          <ac:chgData name="Jean-Yves Pip Courbois (PSP)" userId="a1924744-714f-4235-8b2d-b9ec7101b88f" providerId="ADAL" clId="{CEAB3496-4800-44A7-987C-D5B8EE02B89E}" dt="2026-06-02T15:27:44.066" v="13300" actId="313"/>
          <ac:spMkLst>
            <pc:docMk/>
            <pc:sldMk cId="2241819542" sldId="2147483646"/>
            <ac:spMk id="4" creationId="{7482BC4F-83D0-F843-D812-51E9E849DCB7}"/>
          </ac:spMkLst>
        </pc:spChg>
        <pc:spChg chg="add mod">
          <ac:chgData name="Jean-Yves Pip Courbois (PSP)" userId="a1924744-714f-4235-8b2d-b9ec7101b88f" providerId="ADAL" clId="{CEAB3496-4800-44A7-987C-D5B8EE02B89E}" dt="2026-06-01T17:51:56.315" v="8120" actId="20577"/>
          <ac:spMkLst>
            <pc:docMk/>
            <pc:sldMk cId="2241819542" sldId="2147483646"/>
            <ac:spMk id="9" creationId="{342FC7E1-9E82-B7D8-99DB-18CD51C14B36}"/>
          </ac:spMkLst>
        </pc:spChg>
        <pc:picChg chg="add mod">
          <ac:chgData name="Jean-Yves Pip Courbois (PSP)" userId="a1924744-714f-4235-8b2d-b9ec7101b88f" providerId="ADAL" clId="{CEAB3496-4800-44A7-987C-D5B8EE02B89E}" dt="2026-06-01T19:22:19.045" v="9165" actId="1076"/>
          <ac:picMkLst>
            <pc:docMk/>
            <pc:sldMk cId="2241819542" sldId="2147483646"/>
            <ac:picMk id="11" creationId="{17BD2965-A26F-C848-2B09-74C7C18F673D}"/>
          </ac:picMkLst>
        </pc:picChg>
      </pc:sldChg>
      <pc:sldChg chg="addSp modSp new mod">
        <pc:chgData name="Jean-Yves Pip Courbois (PSP)" userId="a1924744-714f-4235-8b2d-b9ec7101b88f" providerId="ADAL" clId="{CEAB3496-4800-44A7-987C-D5B8EE02B89E}" dt="2026-06-02T15:18:33.949" v="12543" actId="20577"/>
        <pc:sldMkLst>
          <pc:docMk/>
          <pc:sldMk cId="1949205586" sldId="2147483647"/>
        </pc:sldMkLst>
        <pc:spChg chg="mod">
          <ac:chgData name="Jean-Yves Pip Courbois (PSP)" userId="a1924744-714f-4235-8b2d-b9ec7101b88f" providerId="ADAL" clId="{CEAB3496-4800-44A7-987C-D5B8EE02B89E}" dt="2026-06-01T16:38:04.498" v="4663" actId="20577"/>
          <ac:spMkLst>
            <pc:docMk/>
            <pc:sldMk cId="1949205586" sldId="2147483647"/>
            <ac:spMk id="3" creationId="{BDD9FFB1-70AD-8185-F0F1-3DEC0993BF65}"/>
          </ac:spMkLst>
        </pc:spChg>
        <pc:spChg chg="mod">
          <ac:chgData name="Jean-Yves Pip Courbois (PSP)" userId="a1924744-714f-4235-8b2d-b9ec7101b88f" providerId="ADAL" clId="{CEAB3496-4800-44A7-987C-D5B8EE02B89E}" dt="2026-06-01T16:37:51.747" v="4615" actId="20577"/>
          <ac:spMkLst>
            <pc:docMk/>
            <pc:sldMk cId="1949205586" sldId="2147483647"/>
            <ac:spMk id="4" creationId="{D2DC730A-3312-F550-A50D-CB3A5F0C9261}"/>
          </ac:spMkLst>
        </pc:spChg>
        <pc:spChg chg="add mod">
          <ac:chgData name="Jean-Yves Pip Courbois (PSP)" userId="a1924744-714f-4235-8b2d-b9ec7101b88f" providerId="ADAL" clId="{CEAB3496-4800-44A7-987C-D5B8EE02B89E}" dt="2026-06-02T15:18:33.949" v="12543" actId="20577"/>
          <ac:spMkLst>
            <pc:docMk/>
            <pc:sldMk cId="1949205586" sldId="2147483647"/>
            <ac:spMk id="6" creationId="{7A6F02BD-0BE2-9B89-2D33-8C16540F0C38}"/>
          </ac:spMkLst>
        </pc:spChg>
      </pc:sldChg>
      <pc:sldMasterChg chg="modSldLayout">
        <pc:chgData name="Jean-Yves Pip Courbois (PSP)" userId="a1924744-714f-4235-8b2d-b9ec7101b88f" providerId="ADAL" clId="{CEAB3496-4800-44A7-987C-D5B8EE02B89E}" dt="2026-06-02T15:15:42.090" v="12293"/>
        <pc:sldMasterMkLst>
          <pc:docMk/>
          <pc:sldMasterMk cId="2737518437" sldId="2147483676"/>
        </pc:sldMasterMkLst>
        <pc:sldLayoutChg chg="modSp mod">
          <pc:chgData name="Jean-Yves Pip Courbois (PSP)" userId="a1924744-714f-4235-8b2d-b9ec7101b88f" providerId="ADAL" clId="{CEAB3496-4800-44A7-987C-D5B8EE02B89E}" dt="2026-06-02T15:15:33.033" v="12291" actId="20577"/>
          <pc:sldLayoutMkLst>
            <pc:docMk/>
            <pc:sldMasterMk cId="2737518437" sldId="2147483676"/>
            <pc:sldLayoutMk cId="1557934919" sldId="2147483677"/>
          </pc:sldLayoutMkLst>
          <pc:spChg chg="mod">
            <ac:chgData name="Jean-Yves Pip Courbois (PSP)" userId="a1924744-714f-4235-8b2d-b9ec7101b88f" providerId="ADAL" clId="{CEAB3496-4800-44A7-987C-D5B8EE02B89E}" dt="2026-06-02T15:15:33.033" v="12291" actId="20577"/>
            <ac:spMkLst>
              <pc:docMk/>
              <pc:sldMasterMk cId="2737518437" sldId="2147483676"/>
              <pc:sldLayoutMk cId="1557934919" sldId="2147483677"/>
              <ac:spMk id="4" creationId="{15B6B48D-A166-AFFC-97D0-8680F2A266FE}"/>
            </ac:spMkLst>
          </pc:spChg>
        </pc:sldLayoutChg>
        <pc:sldLayoutChg chg="modSp">
          <pc:chgData name="Jean-Yves Pip Courbois (PSP)" userId="a1924744-714f-4235-8b2d-b9ec7101b88f" providerId="ADAL" clId="{CEAB3496-4800-44A7-987C-D5B8EE02B89E}" dt="2026-06-02T15:15:39.180" v="12292"/>
          <pc:sldLayoutMkLst>
            <pc:docMk/>
            <pc:sldMasterMk cId="2737518437" sldId="2147483676"/>
            <pc:sldLayoutMk cId="2201110800" sldId="2147483678"/>
          </pc:sldLayoutMkLst>
          <pc:spChg chg="mod">
            <ac:chgData name="Jean-Yves Pip Courbois (PSP)" userId="a1924744-714f-4235-8b2d-b9ec7101b88f" providerId="ADAL" clId="{CEAB3496-4800-44A7-987C-D5B8EE02B89E}" dt="2026-06-02T15:15:39.180" v="12292"/>
            <ac:spMkLst>
              <pc:docMk/>
              <pc:sldMasterMk cId="2737518437" sldId="2147483676"/>
              <pc:sldLayoutMk cId="2201110800" sldId="2147483678"/>
              <ac:spMk id="4" creationId="{15B6B48D-A166-AFFC-97D0-8680F2A266FE}"/>
            </ac:spMkLst>
          </pc:spChg>
        </pc:sldLayoutChg>
        <pc:sldLayoutChg chg="modSp">
          <pc:chgData name="Jean-Yves Pip Courbois (PSP)" userId="a1924744-714f-4235-8b2d-b9ec7101b88f" providerId="ADAL" clId="{CEAB3496-4800-44A7-987C-D5B8EE02B89E}" dt="2026-06-02T15:15:42.090" v="12293"/>
          <pc:sldLayoutMkLst>
            <pc:docMk/>
            <pc:sldMasterMk cId="2737518437" sldId="2147483676"/>
            <pc:sldLayoutMk cId="1067389697" sldId="2147483679"/>
          </pc:sldLayoutMkLst>
          <pc:spChg chg="mod">
            <ac:chgData name="Jean-Yves Pip Courbois (PSP)" userId="a1924744-714f-4235-8b2d-b9ec7101b88f" providerId="ADAL" clId="{CEAB3496-4800-44A7-987C-D5B8EE02B89E}" dt="2026-06-02T15:15:42.090" v="12293"/>
            <ac:spMkLst>
              <pc:docMk/>
              <pc:sldMasterMk cId="2737518437" sldId="2147483676"/>
              <pc:sldLayoutMk cId="1067389697" sldId="2147483679"/>
              <ac:spMk id="4" creationId="{15B6B48D-A166-AFFC-97D0-8680F2A266FE}"/>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1B_DA6C046C.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retailstarbucks1com-my.sharepoint.com/personal/kkolomic_starbucks_com/Documents/Customer%20States%20June%202%20alignment%20meeting_ColumnClustered.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a:t>Revenue by Channel</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Average Revenue per Transaction</c:v>
                </c:pt>
              </c:strCache>
            </c:strRef>
          </c:tx>
          <c:spPr>
            <a:solidFill>
              <a:schemeClr val="accent1"/>
            </a:solidFill>
            <a:ln>
              <a:noFill/>
            </a:ln>
            <a:effectLst/>
          </c:spPr>
          <c:invertIfNegative val="0"/>
          <c:cat>
            <c:strRef>
              <c:f>Sheet1!$A$2:$A$4</c:f>
              <c:strCache>
                <c:ptCount val="3"/>
                <c:pt idx="0">
                  <c:v>Out-The-Window (Drive Through)</c:v>
                </c:pt>
                <c:pt idx="1">
                  <c:v>Mobile Order &amp; Pay (MOP)</c:v>
                </c:pt>
                <c:pt idx="2">
                  <c:v>Café</c:v>
                </c:pt>
              </c:strCache>
            </c:strRef>
          </c:cat>
          <c:val>
            <c:numRef>
              <c:f>Sheet1!$B$2:$B$4</c:f>
              <c:numCache>
                <c:formatCode>_("$"* #,##0.00_);_("$"* \(#,##0.00\);_("$"* "-"??_);_(@_)</c:formatCode>
                <c:ptCount val="3"/>
                <c:pt idx="0">
                  <c:v>10.27</c:v>
                </c:pt>
                <c:pt idx="1">
                  <c:v>9.93</c:v>
                </c:pt>
                <c:pt idx="2">
                  <c:v>9.3800000000000008</c:v>
                </c:pt>
              </c:numCache>
            </c:numRef>
          </c:val>
          <c:extLst>
            <c:ext xmlns:c16="http://schemas.microsoft.com/office/drawing/2014/chart" uri="{C3380CC4-5D6E-409C-BE32-E72D297353CC}">
              <c16:uniqueId val="{00000000-811A-4B7B-8399-E1D02D47E33F}"/>
            </c:ext>
          </c:extLst>
        </c:ser>
        <c:dLbls>
          <c:showLegendKey val="0"/>
          <c:showVal val="0"/>
          <c:showCatName val="0"/>
          <c:showSerName val="0"/>
          <c:showPercent val="0"/>
          <c:showBubbleSize val="0"/>
        </c:dLbls>
        <c:gapWidth val="219"/>
        <c:overlap val="-27"/>
        <c:axId val="155298047"/>
        <c:axId val="155298527"/>
      </c:barChart>
      <c:catAx>
        <c:axId val="1552980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55298527"/>
        <c:crosses val="autoZero"/>
        <c:auto val="1"/>
        <c:lblAlgn val="ctr"/>
        <c:lblOffset val="100"/>
        <c:noMultiLvlLbl val="0"/>
      </c:catAx>
      <c:valAx>
        <c:axId val="155298527"/>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52980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4"/>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200"/>
              <a:t>Revenue</a:t>
            </a:r>
            <a:r>
              <a:rPr lang="en-US" sz="1200" baseline="0"/>
              <a:t> by Daypart</a:t>
            </a:r>
            <a:endParaRPr lang="en-US" sz="120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Average Revenue per Transaction</c:v>
                </c:pt>
              </c:strCache>
            </c:strRef>
          </c:tx>
          <c:spPr>
            <a:solidFill>
              <a:schemeClr val="accent1"/>
            </a:solidFill>
            <a:ln>
              <a:noFill/>
            </a:ln>
            <a:effectLst/>
          </c:spPr>
          <c:invertIfNegative val="0"/>
          <c:cat>
            <c:strRef>
              <c:f>Sheet1!$A$2:$A$6</c:f>
              <c:strCache>
                <c:ptCount val="5"/>
                <c:pt idx="0">
                  <c:v>Mid-Morning: 9AM-11AM</c:v>
                </c:pt>
                <c:pt idx="1">
                  <c:v>Lunchtime: 11AM-2PM</c:v>
                </c:pt>
                <c:pt idx="2">
                  <c:v>Evening: After 5PM</c:v>
                </c:pt>
                <c:pt idx="3">
                  <c:v>Afternoon: 2PM-5PM</c:v>
                </c:pt>
                <c:pt idx="4">
                  <c:v>Early Morning: Before 9AM</c:v>
                </c:pt>
              </c:strCache>
            </c:strRef>
          </c:cat>
          <c:val>
            <c:numRef>
              <c:f>Sheet1!$B$2:$B$6</c:f>
              <c:numCache>
                <c:formatCode>"$"#,##0.00_);[Red]\("$"#,##0.00\)</c:formatCode>
                <c:ptCount val="5"/>
                <c:pt idx="0">
                  <c:v>10.68</c:v>
                </c:pt>
                <c:pt idx="1">
                  <c:v>10.31</c:v>
                </c:pt>
                <c:pt idx="2">
                  <c:v>10.28</c:v>
                </c:pt>
                <c:pt idx="3">
                  <c:v>10.09</c:v>
                </c:pt>
                <c:pt idx="4">
                  <c:v>10</c:v>
                </c:pt>
              </c:numCache>
            </c:numRef>
          </c:val>
          <c:extLst>
            <c:ext xmlns:c16="http://schemas.microsoft.com/office/drawing/2014/chart" uri="{C3380CC4-5D6E-409C-BE32-E72D297353CC}">
              <c16:uniqueId val="{00000000-31A4-44D6-A488-C1AB757EA71C}"/>
            </c:ext>
          </c:extLst>
        </c:ser>
        <c:dLbls>
          <c:showLegendKey val="0"/>
          <c:showVal val="0"/>
          <c:showCatName val="0"/>
          <c:showSerName val="0"/>
          <c:showPercent val="0"/>
          <c:showBubbleSize val="0"/>
        </c:dLbls>
        <c:gapWidth val="219"/>
        <c:overlap val="-27"/>
        <c:axId val="1925872880"/>
        <c:axId val="1925867600"/>
      </c:barChart>
      <c:catAx>
        <c:axId val="1925872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925867600"/>
        <c:crosses val="autoZero"/>
        <c:auto val="1"/>
        <c:lblAlgn val="ctr"/>
        <c:lblOffset val="100"/>
        <c:noMultiLvlLbl val="0"/>
      </c:catAx>
      <c:valAx>
        <c:axId val="1925867600"/>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_);[Red]\(&quot;$&quot;#,##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258728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0A_F1377650.xml><?xml version="1.0" encoding="utf-8"?>
<p188:cmLst xmlns:a="http://schemas.openxmlformats.org/drawingml/2006/main" xmlns:r="http://schemas.openxmlformats.org/officeDocument/2006/relationships" xmlns:p188="http://schemas.microsoft.com/office/powerpoint/2018/8/main">
  <p188:cm id="{31C38758-DECD-4961-95C2-DEDD51C75CF9}" authorId="{FBEE6749-6EC0-D154-D058-B87F2FA0B7A7}" created="2026-06-01T18:17:12.634">
    <ac:txMkLst xmlns:ac="http://schemas.microsoft.com/office/drawing/2013/main/command">
      <pc:docMk xmlns:pc="http://schemas.microsoft.com/office/powerpoint/2013/main/command"/>
      <pc:sldMk xmlns:pc="http://schemas.microsoft.com/office/powerpoint/2013/main/command" cId="4046943824" sldId="266"/>
      <ac:spMk id="3" creationId="{B510E012-DF58-F73F-63D3-78DEEA3EDE15}"/>
      <ac:txMk cp="18" len="6">
        <ac:context len="26" hash="640839066"/>
      </ac:txMk>
    </ac:txMkLst>
    <p188:pos x="3608581" y="265695"/>
    <p188:txBody>
      <a:bodyPr/>
      <a:lstStyle/>
      <a:p>
        <a:r>
          <a:rPr lang="en-US"/>
          <a:t>[@Jean-Yves Pip Courbois (PSP)] , pip to add link here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BDAE62-9860-4DE8-B0CF-3B11DC40AAFF}" type="datetimeFigureOut">
              <a:rPr lang="en-US" smtClean="0"/>
              <a:t>6/6/2026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F5B1B5-5A7D-42E5-8E98-6F5BA1EA7051}" type="slidenum">
              <a:rPr lang="en-US" smtClean="0"/>
              <a:t>‹#›</a:t>
            </a:fld>
            <a:endParaRPr lang="en-US"/>
          </a:p>
        </p:txBody>
      </p:sp>
    </p:spTree>
    <p:extLst>
      <p:ext uri="{BB962C8B-B14F-4D97-AF65-F5344CB8AC3E}">
        <p14:creationId xmlns:p14="http://schemas.microsoft.com/office/powerpoint/2010/main" val="1386757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F1E9C4-86CD-4F88-817E-A161FEAEFF2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9151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CF9D8-9AE1-735A-34F0-A3DC68BA7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1ECD9-8BD2-2FD5-1078-5563765644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64D3775-ADD3-DCBA-7AF1-287BAFC145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DDD6D2-6015-2B31-BCC2-F32898C476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5C9361-17EF-3144-8D24-55F1A073EFC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977700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Final Slide">
    <p:bg>
      <p:bgPr>
        <a:solidFill>
          <a:schemeClr val="accent2"/>
        </a:solidFill>
        <a:effectLst/>
      </p:bgPr>
    </p:bg>
    <p:spTree>
      <p:nvGrpSpPr>
        <p:cNvPr id="1" name=""/>
        <p:cNvGrpSpPr/>
        <p:nvPr/>
      </p:nvGrpSpPr>
      <p:grpSpPr>
        <a:xfrm>
          <a:off x="0" y="0"/>
          <a:ext cx="0" cy="0"/>
          <a:chOff x="0" y="0"/>
          <a:chExt cx="0" cy="0"/>
        </a:xfrm>
      </p:grpSpPr>
      <p:pic>
        <p:nvPicPr>
          <p:cNvPr id="3" name="Group" descr="Starbucks Siren logo">
            <a:extLst>
              <a:ext uri="{FF2B5EF4-FFF2-40B4-BE49-F238E27FC236}">
                <a16:creationId xmlns:a16="http://schemas.microsoft.com/office/drawing/2014/main" id="{7B009C6D-8850-7173-0457-E7C93DEB94E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8191500" y="1365250"/>
            <a:ext cx="1054100" cy="1074568"/>
          </a:xfrm>
          <a:prstGeom prst="rect">
            <a:avLst/>
          </a:prstGeom>
        </p:spPr>
      </p:pic>
      <p:sp>
        <p:nvSpPr>
          <p:cNvPr id="4" name="Thank you">
            <a:extLst>
              <a:ext uri="{FF2B5EF4-FFF2-40B4-BE49-F238E27FC236}">
                <a16:creationId xmlns:a16="http://schemas.microsoft.com/office/drawing/2014/main" id="{3E4C5536-9753-8A23-346F-5898C44EBC47}"/>
              </a:ext>
            </a:extLst>
          </p:cNvPr>
          <p:cNvSpPr/>
          <p:nvPr userDrawn="1"/>
        </p:nvSpPr>
        <p:spPr>
          <a:xfrm>
            <a:off x="-48823" y="1212850"/>
            <a:ext cx="11029950" cy="1587500"/>
          </a:xfrm>
          <a:prstGeom prst="rect">
            <a:avLst/>
          </a:prstGeom>
          <a:noFill/>
          <a:ln/>
        </p:spPr>
        <p:txBody>
          <a:bodyPr wrap="square" lIns="0" tIns="0" rIns="0" bIns="0" rtlCol="0" anchor="t"/>
          <a:lstStyle/>
          <a:p>
            <a:pPr marL="0" indent="0" algn="l">
              <a:lnSpc>
                <a:spcPct val="83333"/>
              </a:lnSpc>
              <a:buNone/>
            </a:pPr>
            <a:r>
              <a:rPr lang="en-US" sz="12497" b="1" kern="0" spc="-500">
                <a:solidFill>
                  <a:srgbClr val="F7F0E4"/>
                </a:solidFill>
                <a:latin typeface="SoDo Sans Bold" pitchFamily="34" charset="0"/>
                <a:ea typeface="SoDo Sans Bold" pitchFamily="34" charset="-122"/>
                <a:cs typeface="SoDo Sans Bold" pitchFamily="34" charset="-120"/>
              </a:rPr>
              <a:t>Thank you</a:t>
            </a:r>
            <a:endParaRPr lang="en-US" sz="12497"/>
          </a:p>
        </p:txBody>
      </p:sp>
    </p:spTree>
    <p:extLst>
      <p:ext uri="{BB962C8B-B14F-4D97-AF65-F5344CB8AC3E}">
        <p14:creationId xmlns:p14="http://schemas.microsoft.com/office/powerpoint/2010/main" val="2865698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ection Break - Brand Green">
    <p:bg>
      <p:bgPr>
        <a:solidFill>
          <a:schemeClr val="accent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28391AD-26B4-4E73-1772-90A23770899E}"/>
              </a:ext>
            </a:extLst>
          </p:cNvPr>
          <p:cNvSpPr>
            <a:spLocks noGrp="1"/>
          </p:cNvSpPr>
          <p:nvPr>
            <p:ph type="body" sz="quarter" idx="11" hasCustomPrompt="1"/>
          </p:nvPr>
        </p:nvSpPr>
        <p:spPr>
          <a:xfrm>
            <a:off x="1709270" y="3604717"/>
            <a:ext cx="8773459" cy="495145"/>
          </a:xfrm>
          <a:prstGeom prst="rect">
            <a:avLst/>
          </a:prstGeom>
        </p:spPr>
        <p:txBody>
          <a:bodyPr/>
          <a:lstStyle>
            <a:lvl1pPr marL="0" indent="0" algn="ctr">
              <a:buNone/>
              <a:defRPr sz="2000" spc="-100">
                <a:solidFill>
                  <a:schemeClr val="accent4"/>
                </a:solidFill>
                <a:latin typeface="SoDo Sans" pitchFamily="2" charset="77"/>
                <a:ea typeface="SoDo Sans" pitchFamily="2" charset="77"/>
              </a:defRPr>
            </a:lvl1pPr>
          </a:lstStyle>
          <a:p>
            <a:pPr lvl="0"/>
            <a:r>
              <a:rPr lang="en-US"/>
              <a:t>Descriptor if needed. </a:t>
            </a:r>
          </a:p>
        </p:txBody>
      </p:sp>
      <p:sp>
        <p:nvSpPr>
          <p:cNvPr id="6" name="Text Placeholder 5">
            <a:extLst>
              <a:ext uri="{FF2B5EF4-FFF2-40B4-BE49-F238E27FC236}">
                <a16:creationId xmlns:a16="http://schemas.microsoft.com/office/drawing/2014/main" id="{3285DFED-6B56-70AA-FF3F-2C156E4C1FDA}"/>
              </a:ext>
            </a:extLst>
          </p:cNvPr>
          <p:cNvSpPr>
            <a:spLocks noGrp="1"/>
          </p:cNvSpPr>
          <p:nvPr>
            <p:ph type="body" sz="quarter" idx="10" hasCustomPrompt="1"/>
          </p:nvPr>
        </p:nvSpPr>
        <p:spPr>
          <a:xfrm>
            <a:off x="3122521" y="2712508"/>
            <a:ext cx="5946962" cy="716492"/>
          </a:xfrm>
          <a:prstGeom prst="rect">
            <a:avLst/>
          </a:prstGeom>
        </p:spPr>
        <p:txBody>
          <a:bodyPr/>
          <a:lstStyle>
            <a:lvl1pPr marL="0" indent="0" algn="ctr">
              <a:buNone/>
              <a:defRPr sz="4999" b="1" i="0" spc="-200">
                <a:solidFill>
                  <a:schemeClr val="accent4"/>
                </a:solidFill>
                <a:latin typeface="SoDo Sans" pitchFamily="2" charset="77"/>
                <a:ea typeface="SoDo Sans" pitchFamily="2" charset="77"/>
              </a:defRPr>
            </a:lvl1pPr>
          </a:lstStyle>
          <a:p>
            <a:pPr lvl="0"/>
            <a:r>
              <a:rPr lang="en-US"/>
              <a:t>Section Title Here</a:t>
            </a:r>
          </a:p>
        </p:txBody>
      </p:sp>
    </p:spTree>
    <p:extLst>
      <p:ext uri="{BB962C8B-B14F-4D97-AF65-F5344CB8AC3E}">
        <p14:creationId xmlns:p14="http://schemas.microsoft.com/office/powerpoint/2010/main" val="2609721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p:bg>
      <p:bgPr>
        <a:solidFill>
          <a:srgbClr val="32462F"/>
        </a:solidFill>
        <a:effectLst/>
      </p:bgPr>
    </p:bg>
    <p:spTree>
      <p:nvGrpSpPr>
        <p:cNvPr id="1" name=""/>
        <p:cNvGrpSpPr/>
        <p:nvPr/>
      </p:nvGrpSpPr>
      <p:grpSpPr>
        <a:xfrm>
          <a:off x="0" y="0"/>
          <a:ext cx="0" cy="0"/>
          <a:chOff x="0" y="0"/>
          <a:chExt cx="0" cy="0"/>
        </a:xfrm>
      </p:grpSpPr>
      <p:sp>
        <p:nvSpPr>
          <p:cNvPr id="3" name="2025 Starbucks Coffee Company CONFIDENTIALFOR STARBUCKS BUSINESS PURPOSES ONLY">
            <a:extLst>
              <a:ext uri="{FF2B5EF4-FFF2-40B4-BE49-F238E27FC236}">
                <a16:creationId xmlns:a16="http://schemas.microsoft.com/office/drawing/2014/main" id="{FDB4535D-A8FB-7CF1-F455-5AABE2812998}"/>
              </a:ext>
            </a:extLst>
          </p:cNvPr>
          <p:cNvSpPr/>
          <p:nvPr userDrawn="1"/>
        </p:nvSpPr>
        <p:spPr>
          <a:xfrm>
            <a:off x="8343257"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4"/>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4"/>
              </a:solidFill>
            </a:endParaRPr>
          </a:p>
        </p:txBody>
      </p:sp>
      <p:sp>
        <p:nvSpPr>
          <p:cNvPr id="13" name="Text Placeholder 12">
            <a:extLst>
              <a:ext uri="{FF2B5EF4-FFF2-40B4-BE49-F238E27FC236}">
                <a16:creationId xmlns:a16="http://schemas.microsoft.com/office/drawing/2014/main" id="{82F5E210-C9A4-7019-7610-01FDE48C9A93}"/>
              </a:ext>
            </a:extLst>
          </p:cNvPr>
          <p:cNvSpPr>
            <a:spLocks noGrp="1"/>
          </p:cNvSpPr>
          <p:nvPr>
            <p:ph type="body" sz="quarter" idx="11" hasCustomPrompt="1"/>
          </p:nvPr>
        </p:nvSpPr>
        <p:spPr>
          <a:xfrm>
            <a:off x="1042948" y="4026845"/>
            <a:ext cx="2579158" cy="843492"/>
          </a:xfrm>
          <a:prstGeom prst="rect">
            <a:avLst/>
          </a:prstGeom>
        </p:spPr>
        <p:txBody>
          <a:bodyPr lIns="0"/>
          <a:lstStyle>
            <a:lvl1pPr marL="0" indent="0">
              <a:buNone/>
              <a:defRPr b="0" i="0">
                <a:solidFill>
                  <a:schemeClr val="accent4"/>
                </a:solidFill>
                <a:latin typeface="SoDo Sans" pitchFamily="2" charset="77"/>
                <a:ea typeface="SoDo Sans" pitchFamily="2" charset="77"/>
              </a:defRPr>
            </a:lvl1pPr>
            <a:lvl2pPr marL="304717" indent="0">
              <a:buNone/>
              <a:defRPr/>
            </a:lvl2pPr>
          </a:lstStyle>
          <a:p>
            <a:pPr lvl="0"/>
            <a:r>
              <a:rPr lang="en-US"/>
              <a:t>May 2025</a:t>
            </a:r>
          </a:p>
        </p:txBody>
      </p:sp>
      <p:sp>
        <p:nvSpPr>
          <p:cNvPr id="18" name="Text Placeholder 17">
            <a:extLst>
              <a:ext uri="{FF2B5EF4-FFF2-40B4-BE49-F238E27FC236}">
                <a16:creationId xmlns:a16="http://schemas.microsoft.com/office/drawing/2014/main" id="{7564E553-F65F-3D87-C08B-9281A37D496C}"/>
              </a:ext>
            </a:extLst>
          </p:cNvPr>
          <p:cNvSpPr>
            <a:spLocks noGrp="1"/>
          </p:cNvSpPr>
          <p:nvPr>
            <p:ph type="body" sz="quarter" idx="12" hasCustomPrompt="1"/>
          </p:nvPr>
        </p:nvSpPr>
        <p:spPr>
          <a:xfrm>
            <a:off x="1041451" y="2073766"/>
            <a:ext cx="9047660" cy="1924050"/>
          </a:xfrm>
          <a:prstGeom prst="rect">
            <a:avLst/>
          </a:prstGeom>
        </p:spPr>
        <p:txBody>
          <a:bodyPr lIns="0"/>
          <a:lstStyle>
            <a:lvl1pPr marL="0" indent="0">
              <a:lnSpc>
                <a:spcPts val="6665"/>
              </a:lnSpc>
              <a:buNone/>
              <a:defRPr sz="5999" b="1">
                <a:solidFill>
                  <a:schemeClr val="accent4"/>
                </a:solidFill>
                <a:latin typeface="SoDo Sans" pitchFamily="2" charset="77"/>
                <a:ea typeface="SoDo Sans" pitchFamily="2" charset="77"/>
              </a:defRPr>
            </a:lvl1pPr>
          </a:lstStyle>
          <a:p>
            <a:pPr lvl="0"/>
            <a:r>
              <a:rPr lang="en-US"/>
              <a:t>Starbucks Brand PowerPoint Template</a:t>
            </a:r>
          </a:p>
        </p:txBody>
      </p:sp>
      <p:pic>
        <p:nvPicPr>
          <p:cNvPr id="15" name="Group" descr="Starbucks Siren logo">
            <a:extLst>
              <a:ext uri="{FF2B5EF4-FFF2-40B4-BE49-F238E27FC236}">
                <a16:creationId xmlns:a16="http://schemas.microsoft.com/office/drawing/2014/main" id="{1D1320EE-A9C9-8106-9DFA-D7AA3B2C963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41448" y="1136650"/>
            <a:ext cx="774700" cy="787400"/>
          </a:xfrm>
          <a:prstGeom prst="rect">
            <a:avLst/>
          </a:prstGeom>
        </p:spPr>
      </p:pic>
    </p:spTree>
    <p:extLst>
      <p:ext uri="{BB962C8B-B14F-4D97-AF65-F5344CB8AC3E}">
        <p14:creationId xmlns:p14="http://schemas.microsoft.com/office/powerpoint/2010/main" val="3365444317"/>
      </p:ext>
    </p:extLst>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2025 Starbucks Coffee Company CONFIDENTIALFOR STARBUCKS BUSINESS PURPOSES ONLY">
            <a:extLst>
              <a:ext uri="{FF2B5EF4-FFF2-40B4-BE49-F238E27FC236}">
                <a16:creationId xmlns:a16="http://schemas.microsoft.com/office/drawing/2014/main" id="{DEC10AD7-13FA-5945-18F7-8D29A157DCC6}"/>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11" name="Text Placeholder 11">
            <a:extLst>
              <a:ext uri="{FF2B5EF4-FFF2-40B4-BE49-F238E27FC236}">
                <a16:creationId xmlns:a16="http://schemas.microsoft.com/office/drawing/2014/main" id="{FC1243E5-0362-9AC5-994A-BCA146361690}"/>
              </a:ext>
            </a:extLst>
          </p:cNvPr>
          <p:cNvSpPr>
            <a:spLocks noGrp="1"/>
          </p:cNvSpPr>
          <p:nvPr>
            <p:ph type="body" sz="quarter" idx="13"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Customer States June 2 - Alignment</a:t>
            </a:r>
          </a:p>
        </p:txBody>
      </p:sp>
    </p:spTree>
    <p:extLst>
      <p:ext uri="{BB962C8B-B14F-4D97-AF65-F5344CB8AC3E}">
        <p14:creationId xmlns:p14="http://schemas.microsoft.com/office/powerpoint/2010/main" val="1557934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re Slide - Emphasis">
    <p:spTree>
      <p:nvGrpSpPr>
        <p:cNvPr id="1" name=""/>
        <p:cNvGrpSpPr/>
        <p:nvPr/>
      </p:nvGrpSpPr>
      <p:grpSpPr>
        <a:xfrm>
          <a:off x="0" y="0"/>
          <a:ext cx="0" cy="0"/>
          <a:chOff x="0" y="0"/>
          <a:chExt cx="0" cy="0"/>
        </a:xfrm>
      </p:grpSpPr>
      <p:sp>
        <p:nvSpPr>
          <p:cNvPr id="2" name="2025 Starbucks Coffee Company CONFIDENTIALFOR STARBUCKS BUSINESS PURPOSES ONLY">
            <a:extLst>
              <a:ext uri="{FF2B5EF4-FFF2-40B4-BE49-F238E27FC236}">
                <a16:creationId xmlns:a16="http://schemas.microsoft.com/office/drawing/2014/main" id="{828D15EE-0D93-22C2-6A8D-40F08C74F657}"/>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5" name="Text Placeholder 11">
            <a:extLst>
              <a:ext uri="{FF2B5EF4-FFF2-40B4-BE49-F238E27FC236}">
                <a16:creationId xmlns:a16="http://schemas.microsoft.com/office/drawing/2014/main" id="{A351823A-3FD3-0127-50AB-48D0757C1021}"/>
              </a:ext>
            </a:extLst>
          </p:cNvPr>
          <p:cNvSpPr>
            <a:spLocks noGrp="1"/>
          </p:cNvSpPr>
          <p:nvPr>
            <p:ph type="body" sz="quarter" idx="13"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8" name="Text Placeholder 7">
            <a:extLst>
              <a:ext uri="{FF2B5EF4-FFF2-40B4-BE49-F238E27FC236}">
                <a16:creationId xmlns:a16="http://schemas.microsoft.com/office/drawing/2014/main" id="{28934A6C-8918-40B6-2871-153B198C08C0}"/>
              </a:ext>
            </a:extLst>
          </p:cNvPr>
          <p:cNvSpPr>
            <a:spLocks noGrp="1"/>
          </p:cNvSpPr>
          <p:nvPr>
            <p:ph type="body" sz="quarter" idx="11" hasCustomPrompt="1"/>
          </p:nvPr>
        </p:nvSpPr>
        <p:spPr>
          <a:xfrm>
            <a:off x="3196480" y="2381252"/>
            <a:ext cx="6087533" cy="2264641"/>
          </a:xfrm>
          <a:prstGeom prst="rect">
            <a:avLst/>
          </a:prstGeom>
        </p:spPr>
        <p:txBody>
          <a:bodyPr lIns="0"/>
          <a:lstStyle>
            <a:lvl1pPr marL="0" indent="0">
              <a:lnSpc>
                <a:spcPts val="2999"/>
              </a:lnSpc>
              <a:buNone/>
              <a:defRPr sz="2500" b="1">
                <a:solidFill>
                  <a:schemeClr val="accent2"/>
                </a:solidFill>
                <a:latin typeface="SoDo Sans" pitchFamily="2" charset="77"/>
                <a:ea typeface="SoDo Sans" pitchFamily="2" charset="77"/>
              </a:defRPr>
            </a:lvl1pPr>
          </a:lstStyle>
          <a:p>
            <a:pPr lvl="0"/>
            <a:r>
              <a:rPr lang="en-US"/>
              <a:t>This is placeholder text. This is placeholder text. This is placeholder text. This is placeholder text. This is placeholder text. This is placeholder text. This is placeholder text. </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a:lstStyle>
            <a:lvl1pPr marL="0" indent="0">
              <a:buNone/>
              <a:defRPr sz="1000" spc="-33" baseline="0">
                <a:solidFill>
                  <a:schemeClr val="accent2"/>
                </a:solidFill>
                <a:latin typeface="SoDo Sans" pitchFamily="2" charset="77"/>
                <a:ea typeface="SoDo Sans" pitchFamily="2" charset="77"/>
              </a:defRPr>
            </a:lvl1pPr>
          </a:lstStyle>
          <a:p>
            <a:pPr lvl="0"/>
            <a:r>
              <a:rPr lang="en-US"/>
              <a:t>Customer States June 2 - Alignment</a:t>
            </a:r>
          </a:p>
        </p:txBody>
      </p:sp>
    </p:spTree>
    <p:extLst>
      <p:ext uri="{BB962C8B-B14F-4D97-AF65-F5344CB8AC3E}">
        <p14:creationId xmlns:p14="http://schemas.microsoft.com/office/powerpoint/2010/main" val="2201110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re Slide - Headline">
    <p:spTree>
      <p:nvGrpSpPr>
        <p:cNvPr id="1" name=""/>
        <p:cNvGrpSpPr/>
        <p:nvPr/>
      </p:nvGrpSpPr>
      <p:grpSpPr>
        <a:xfrm>
          <a:off x="0" y="0"/>
          <a:ext cx="0" cy="0"/>
          <a:chOff x="0" y="0"/>
          <a:chExt cx="0" cy="0"/>
        </a:xfrm>
      </p:grpSpPr>
      <p:sp>
        <p:nvSpPr>
          <p:cNvPr id="7" name="2025 Starbucks Coffee Company CONFIDENTIALFOR STARBUCKS BUSINESS PURPOSES ONLY">
            <a:extLst>
              <a:ext uri="{FF2B5EF4-FFF2-40B4-BE49-F238E27FC236}">
                <a16:creationId xmlns:a16="http://schemas.microsoft.com/office/drawing/2014/main" id="{003D40BA-7C1D-A2CD-99F3-B833DDC8AAB9}"/>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3" name="Text Placeholder 11">
            <a:extLst>
              <a:ext uri="{FF2B5EF4-FFF2-40B4-BE49-F238E27FC236}">
                <a16:creationId xmlns:a16="http://schemas.microsoft.com/office/drawing/2014/main" id="{3C248A37-7899-8D87-D291-FF1B78A434B9}"/>
              </a:ext>
            </a:extLst>
          </p:cNvPr>
          <p:cNvSpPr>
            <a:spLocks noGrp="1"/>
          </p:cNvSpPr>
          <p:nvPr>
            <p:ph type="body" sz="quarter" idx="13"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9" name="Text Placeholder 8">
            <a:extLst>
              <a:ext uri="{FF2B5EF4-FFF2-40B4-BE49-F238E27FC236}">
                <a16:creationId xmlns:a16="http://schemas.microsoft.com/office/drawing/2014/main" id="{FB3B8496-CE67-AD38-E66A-FE9716599D53}"/>
              </a:ext>
            </a:extLst>
          </p:cNvPr>
          <p:cNvSpPr>
            <a:spLocks noGrp="1"/>
          </p:cNvSpPr>
          <p:nvPr>
            <p:ph type="body" sz="quarter" idx="12" hasCustomPrompt="1"/>
          </p:nvPr>
        </p:nvSpPr>
        <p:spPr>
          <a:xfrm>
            <a:off x="443304" y="1562102"/>
            <a:ext cx="5738040" cy="577850"/>
          </a:xfrm>
          <a:prstGeom prst="rect">
            <a:avLst/>
          </a:prstGeom>
        </p:spPr>
        <p:txBody>
          <a:bodyPr lIns="0"/>
          <a:lstStyle>
            <a:lvl1pPr marL="0" indent="0">
              <a:buNone/>
              <a:defRPr sz="1500">
                <a:solidFill>
                  <a:schemeClr val="accent2"/>
                </a:solidFill>
                <a:latin typeface="SoDo Sans" pitchFamily="2" charset="77"/>
                <a:ea typeface="SoDo Sans" pitchFamily="2" charset="77"/>
              </a:defRPr>
            </a:lvl1pPr>
          </a:lstStyle>
          <a:p>
            <a:pPr lvl="0"/>
            <a:r>
              <a:rPr lang="en-US"/>
              <a:t>Secondary line can go here. </a:t>
            </a:r>
          </a:p>
        </p:txBody>
      </p:sp>
      <p:sp>
        <p:nvSpPr>
          <p:cNvPr id="6" name="Text Placeholder 5">
            <a:extLst>
              <a:ext uri="{FF2B5EF4-FFF2-40B4-BE49-F238E27FC236}">
                <a16:creationId xmlns:a16="http://schemas.microsoft.com/office/drawing/2014/main" id="{54F8F5E0-A68A-5109-A829-9D568CD36456}"/>
              </a:ext>
            </a:extLst>
          </p:cNvPr>
          <p:cNvSpPr>
            <a:spLocks noGrp="1"/>
          </p:cNvSpPr>
          <p:nvPr>
            <p:ph type="body" sz="quarter" idx="11" hasCustomPrompt="1"/>
          </p:nvPr>
        </p:nvSpPr>
        <p:spPr>
          <a:xfrm>
            <a:off x="443304" y="895352"/>
            <a:ext cx="4361392" cy="577850"/>
          </a:xfrm>
          <a:prstGeom prst="rect">
            <a:avLst/>
          </a:prstGeom>
        </p:spPr>
        <p:txBody>
          <a:bodyPr lIns="0"/>
          <a:lstStyle>
            <a:lvl1pPr marL="0" indent="0">
              <a:buNone/>
              <a:defRPr sz="3199" b="1">
                <a:solidFill>
                  <a:schemeClr val="accent2"/>
                </a:solidFill>
                <a:latin typeface="SoDo Sans" pitchFamily="2" charset="77"/>
                <a:ea typeface="SoDo Sans" pitchFamily="2" charset="77"/>
              </a:defRPr>
            </a:lvl1pPr>
          </a:lstStyle>
          <a:p>
            <a:pPr lvl="0"/>
            <a:r>
              <a:rPr lang="en-US"/>
              <a:t>Headline Goes Here</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Customer States June 2 - Alignment</a:t>
            </a:r>
          </a:p>
        </p:txBody>
      </p:sp>
    </p:spTree>
    <p:extLst>
      <p:ext uri="{BB962C8B-B14F-4D97-AF65-F5344CB8AC3E}">
        <p14:creationId xmlns:p14="http://schemas.microsoft.com/office/powerpoint/2010/main" val="1067389697"/>
      </p:ext>
    </p:extLst>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re Slide - Headline + 1 Column">
    <p:spTree>
      <p:nvGrpSpPr>
        <p:cNvPr id="1" name=""/>
        <p:cNvGrpSpPr/>
        <p:nvPr/>
      </p:nvGrpSpPr>
      <p:grpSpPr>
        <a:xfrm>
          <a:off x="0" y="0"/>
          <a:ext cx="0" cy="0"/>
          <a:chOff x="0" y="0"/>
          <a:chExt cx="0" cy="0"/>
        </a:xfrm>
      </p:grpSpPr>
      <p:sp>
        <p:nvSpPr>
          <p:cNvPr id="2" name="2025 Starbucks Coffee Company CONFIDENTIALFOR STARBUCKS BUSINESS PURPOSES ONLY">
            <a:extLst>
              <a:ext uri="{FF2B5EF4-FFF2-40B4-BE49-F238E27FC236}">
                <a16:creationId xmlns:a16="http://schemas.microsoft.com/office/drawing/2014/main" id="{21B4494F-BEFF-DBAD-D086-4C3C08FCCABC}"/>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5" name="Text Placeholder 11">
            <a:extLst>
              <a:ext uri="{FF2B5EF4-FFF2-40B4-BE49-F238E27FC236}">
                <a16:creationId xmlns:a16="http://schemas.microsoft.com/office/drawing/2014/main" id="{E4495DBA-1E6A-0161-E556-ADD5A93F079F}"/>
              </a:ext>
            </a:extLst>
          </p:cNvPr>
          <p:cNvSpPr>
            <a:spLocks noGrp="1"/>
          </p:cNvSpPr>
          <p:nvPr>
            <p:ph type="body" sz="quarter" idx="15"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12" name="Text Placeholder 11">
            <a:extLst>
              <a:ext uri="{FF2B5EF4-FFF2-40B4-BE49-F238E27FC236}">
                <a16:creationId xmlns:a16="http://schemas.microsoft.com/office/drawing/2014/main" id="{95014941-5D63-C129-0565-4571810A6ECF}"/>
              </a:ext>
            </a:extLst>
          </p:cNvPr>
          <p:cNvSpPr>
            <a:spLocks noGrp="1"/>
          </p:cNvSpPr>
          <p:nvPr>
            <p:ph type="body" sz="quarter" idx="14" hasCustomPrompt="1"/>
          </p:nvPr>
        </p:nvSpPr>
        <p:spPr>
          <a:xfrm>
            <a:off x="440232" y="2541411"/>
            <a:ext cx="5294489" cy="2346677"/>
          </a:xfrm>
          <a:prstGeom prst="rect">
            <a:avLst/>
          </a:prstGeom>
        </p:spPr>
        <p:txBody>
          <a:bodyPr lIns="0"/>
          <a:lstStyle>
            <a:lvl1pPr marL="0" indent="0">
              <a:lnSpc>
                <a:spcPts val="1366"/>
              </a:lnSpc>
              <a:buNone/>
              <a:defRPr sz="1200">
                <a:solidFill>
                  <a:schemeClr val="accent2"/>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voluptae</a:t>
            </a:r>
            <a:r>
              <a:rPr lang="en-US"/>
              <a:t> </a:t>
            </a:r>
            <a:r>
              <a:rPr lang="en-US" err="1"/>
              <a:t>velit</a:t>
            </a:r>
            <a:r>
              <a:rPr lang="en-US"/>
              <a:t> </a:t>
            </a:r>
            <a:r>
              <a:rPr lang="en-US" err="1"/>
              <a:t>esse</a:t>
            </a:r>
            <a:r>
              <a:rPr lang="en-US"/>
              <a:t> </a:t>
            </a:r>
            <a:r>
              <a:rPr lang="en-US" err="1"/>
              <a:t>cillum</a:t>
            </a:r>
            <a:r>
              <a:rPr lang="en-US"/>
              <a:t> dolore. </a:t>
            </a:r>
          </a:p>
          <a:p>
            <a:pPr lvl="0"/>
            <a:endParaRPr lang="en-US"/>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voluptae</a:t>
            </a:r>
            <a:r>
              <a:rPr lang="en-US"/>
              <a:t> </a:t>
            </a:r>
            <a:r>
              <a:rPr lang="en-US" err="1"/>
              <a:t>velit</a:t>
            </a:r>
            <a:r>
              <a:rPr lang="en-US"/>
              <a:t> </a:t>
            </a:r>
            <a:r>
              <a:rPr lang="en-US" err="1"/>
              <a:t>esse</a:t>
            </a:r>
            <a:r>
              <a:rPr lang="en-US"/>
              <a:t> </a:t>
            </a:r>
            <a:r>
              <a:rPr lang="en-US" err="1"/>
              <a:t>cillum</a:t>
            </a:r>
            <a:r>
              <a:rPr lang="en-US"/>
              <a:t> dolore. </a:t>
            </a:r>
          </a:p>
          <a:p>
            <a:pPr lvl="0"/>
            <a:endParaRPr lang="en-US"/>
          </a:p>
        </p:txBody>
      </p:sp>
      <p:sp>
        <p:nvSpPr>
          <p:cNvPr id="8" name="Text Placeholder 7">
            <a:extLst>
              <a:ext uri="{FF2B5EF4-FFF2-40B4-BE49-F238E27FC236}">
                <a16:creationId xmlns:a16="http://schemas.microsoft.com/office/drawing/2014/main" id="{BF6022B3-EF0E-DD5C-0515-894D6AF6CF90}"/>
              </a:ext>
            </a:extLst>
          </p:cNvPr>
          <p:cNvSpPr>
            <a:spLocks noGrp="1"/>
          </p:cNvSpPr>
          <p:nvPr>
            <p:ph type="body" sz="quarter" idx="13" hasCustomPrompt="1"/>
          </p:nvPr>
        </p:nvSpPr>
        <p:spPr>
          <a:xfrm>
            <a:off x="440232" y="2152869"/>
            <a:ext cx="2777067" cy="285532"/>
          </a:xfrm>
          <a:prstGeom prst="rect">
            <a:avLst/>
          </a:prstGeom>
        </p:spPr>
        <p:txBody>
          <a:bodyPr lIns="0"/>
          <a:lstStyle>
            <a:lvl1pPr marL="0" indent="0">
              <a:buNone/>
              <a:defRPr sz="1400" b="1">
                <a:solidFill>
                  <a:schemeClr val="accent2"/>
                </a:solidFill>
                <a:latin typeface="SoDo Sans" pitchFamily="2" charset="77"/>
                <a:ea typeface="SoDo Sans" pitchFamily="2" charset="77"/>
              </a:defRPr>
            </a:lvl1pPr>
          </a:lstStyle>
          <a:p>
            <a:pPr lvl="0"/>
            <a:r>
              <a:rPr lang="en-US"/>
              <a:t>Title Goes Here</a:t>
            </a:r>
          </a:p>
        </p:txBody>
      </p:sp>
      <p:sp>
        <p:nvSpPr>
          <p:cNvPr id="9" name="Text Placeholder 8">
            <a:extLst>
              <a:ext uri="{FF2B5EF4-FFF2-40B4-BE49-F238E27FC236}">
                <a16:creationId xmlns:a16="http://schemas.microsoft.com/office/drawing/2014/main" id="{FB3B8496-CE67-AD38-E66A-FE9716599D53}"/>
              </a:ext>
            </a:extLst>
          </p:cNvPr>
          <p:cNvSpPr>
            <a:spLocks noGrp="1"/>
          </p:cNvSpPr>
          <p:nvPr>
            <p:ph type="body" sz="quarter" idx="12" hasCustomPrompt="1"/>
          </p:nvPr>
        </p:nvSpPr>
        <p:spPr>
          <a:xfrm>
            <a:off x="443304" y="1562102"/>
            <a:ext cx="4089400" cy="577850"/>
          </a:xfrm>
          <a:prstGeom prst="rect">
            <a:avLst/>
          </a:prstGeom>
        </p:spPr>
        <p:txBody>
          <a:bodyPr lIns="0"/>
          <a:lstStyle>
            <a:lvl1pPr marL="0" indent="0">
              <a:buNone/>
              <a:defRPr sz="1500">
                <a:solidFill>
                  <a:schemeClr val="accent2"/>
                </a:solidFill>
                <a:latin typeface="SoDo Sans" pitchFamily="2" charset="77"/>
                <a:ea typeface="SoDo Sans" pitchFamily="2" charset="77"/>
              </a:defRPr>
            </a:lvl1pPr>
          </a:lstStyle>
          <a:p>
            <a:pPr lvl="0"/>
            <a:r>
              <a:rPr lang="en-US"/>
              <a:t>Secondary line can go here. </a:t>
            </a:r>
          </a:p>
        </p:txBody>
      </p:sp>
      <p:sp>
        <p:nvSpPr>
          <p:cNvPr id="6" name="Text Placeholder 5">
            <a:extLst>
              <a:ext uri="{FF2B5EF4-FFF2-40B4-BE49-F238E27FC236}">
                <a16:creationId xmlns:a16="http://schemas.microsoft.com/office/drawing/2014/main" id="{54F8F5E0-A68A-5109-A829-9D568CD36456}"/>
              </a:ext>
            </a:extLst>
          </p:cNvPr>
          <p:cNvSpPr>
            <a:spLocks noGrp="1"/>
          </p:cNvSpPr>
          <p:nvPr>
            <p:ph type="body" sz="quarter" idx="11" hasCustomPrompt="1"/>
          </p:nvPr>
        </p:nvSpPr>
        <p:spPr>
          <a:xfrm>
            <a:off x="443304" y="895352"/>
            <a:ext cx="4361392" cy="577850"/>
          </a:xfrm>
          <a:prstGeom prst="rect">
            <a:avLst/>
          </a:prstGeom>
        </p:spPr>
        <p:txBody>
          <a:bodyPr lIns="0"/>
          <a:lstStyle>
            <a:lvl1pPr marL="0" indent="0">
              <a:buNone/>
              <a:defRPr sz="3199" b="1">
                <a:solidFill>
                  <a:schemeClr val="accent2"/>
                </a:solidFill>
                <a:latin typeface="SoDo Sans" pitchFamily="2" charset="77"/>
                <a:ea typeface="SoDo Sans" pitchFamily="2" charset="77"/>
              </a:defRPr>
            </a:lvl1pPr>
          </a:lstStyle>
          <a:p>
            <a:pPr lvl="0"/>
            <a:r>
              <a:rPr lang="en-US"/>
              <a:t>Headline Goes Here</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3906750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re Slide - Headline + 2 Column">
    <p:spTree>
      <p:nvGrpSpPr>
        <p:cNvPr id="1" name=""/>
        <p:cNvGrpSpPr/>
        <p:nvPr/>
      </p:nvGrpSpPr>
      <p:grpSpPr>
        <a:xfrm>
          <a:off x="0" y="0"/>
          <a:ext cx="0" cy="0"/>
          <a:chOff x="0" y="0"/>
          <a:chExt cx="0" cy="0"/>
        </a:xfrm>
      </p:grpSpPr>
      <p:sp>
        <p:nvSpPr>
          <p:cNvPr id="2" name="2025 Starbucks Coffee Company CONFIDENTIALFOR STARBUCKS BUSINESS PURPOSES ONLY">
            <a:extLst>
              <a:ext uri="{FF2B5EF4-FFF2-40B4-BE49-F238E27FC236}">
                <a16:creationId xmlns:a16="http://schemas.microsoft.com/office/drawing/2014/main" id="{7C6B7E28-FDD6-3ADE-2C2A-A06A4E4EA0ED}"/>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5" name="Text Placeholder 11">
            <a:extLst>
              <a:ext uri="{FF2B5EF4-FFF2-40B4-BE49-F238E27FC236}">
                <a16:creationId xmlns:a16="http://schemas.microsoft.com/office/drawing/2014/main" id="{619EF19A-1F93-BBE7-CEED-4648E7C0743C}"/>
              </a:ext>
            </a:extLst>
          </p:cNvPr>
          <p:cNvSpPr>
            <a:spLocks noGrp="1"/>
          </p:cNvSpPr>
          <p:nvPr>
            <p:ph type="body" sz="quarter" idx="17"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16" name="Text Placeholder 11">
            <a:extLst>
              <a:ext uri="{FF2B5EF4-FFF2-40B4-BE49-F238E27FC236}">
                <a16:creationId xmlns:a16="http://schemas.microsoft.com/office/drawing/2014/main" id="{DB8E128C-3427-7A80-3854-1590812E1F60}"/>
              </a:ext>
            </a:extLst>
          </p:cNvPr>
          <p:cNvSpPr>
            <a:spLocks noGrp="1"/>
          </p:cNvSpPr>
          <p:nvPr>
            <p:ph type="body" sz="quarter" idx="16" hasCustomPrompt="1"/>
          </p:nvPr>
        </p:nvSpPr>
        <p:spPr>
          <a:xfrm>
            <a:off x="6546147" y="3152207"/>
            <a:ext cx="3914422" cy="2346677"/>
          </a:xfrm>
          <a:prstGeom prst="rect">
            <a:avLst/>
          </a:prstGeom>
        </p:spPr>
        <p:txBody>
          <a:bodyPr lIns="0"/>
          <a:lstStyle>
            <a:lvl1pPr marL="0" indent="0">
              <a:lnSpc>
                <a:spcPts val="1366"/>
              </a:lnSpc>
              <a:buNone/>
              <a:defRPr sz="1200">
                <a:solidFill>
                  <a:schemeClr val="accent2"/>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voluptae</a:t>
            </a:r>
            <a:r>
              <a:rPr lang="en-US"/>
              <a:t> </a:t>
            </a:r>
            <a:r>
              <a:rPr lang="en-US" err="1"/>
              <a:t>velit</a:t>
            </a:r>
            <a:r>
              <a:rPr lang="en-US"/>
              <a:t> </a:t>
            </a:r>
            <a:r>
              <a:rPr lang="en-US" err="1"/>
              <a:t>esse</a:t>
            </a:r>
            <a:r>
              <a:rPr lang="en-US"/>
              <a:t> </a:t>
            </a:r>
            <a:r>
              <a:rPr lang="en-US" err="1"/>
              <a:t>cillum</a:t>
            </a:r>
            <a:r>
              <a:rPr lang="en-US"/>
              <a:t> dolore. </a:t>
            </a:r>
          </a:p>
          <a:p>
            <a:pPr lvl="0"/>
            <a:endParaRPr lang="en-US"/>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a:t>
            </a:r>
          </a:p>
        </p:txBody>
      </p:sp>
      <p:sp>
        <p:nvSpPr>
          <p:cNvPr id="15" name="Text Placeholder 7">
            <a:extLst>
              <a:ext uri="{FF2B5EF4-FFF2-40B4-BE49-F238E27FC236}">
                <a16:creationId xmlns:a16="http://schemas.microsoft.com/office/drawing/2014/main" id="{632083B7-3EBA-7F77-E511-271A0C4736F1}"/>
              </a:ext>
            </a:extLst>
          </p:cNvPr>
          <p:cNvSpPr>
            <a:spLocks noGrp="1"/>
          </p:cNvSpPr>
          <p:nvPr>
            <p:ph type="body" sz="quarter" idx="15" hasCustomPrompt="1"/>
          </p:nvPr>
        </p:nvSpPr>
        <p:spPr>
          <a:xfrm>
            <a:off x="6546146" y="2763662"/>
            <a:ext cx="3094568" cy="285532"/>
          </a:xfrm>
          <a:prstGeom prst="rect">
            <a:avLst/>
          </a:prstGeom>
        </p:spPr>
        <p:txBody>
          <a:bodyPr lIns="0"/>
          <a:lstStyle>
            <a:lvl1pPr marL="0" indent="0">
              <a:buNone/>
              <a:defRPr sz="1400" b="1">
                <a:solidFill>
                  <a:schemeClr val="accent2"/>
                </a:solidFill>
                <a:latin typeface="SoDo Sans" pitchFamily="2" charset="77"/>
                <a:ea typeface="SoDo Sans" pitchFamily="2" charset="77"/>
              </a:defRPr>
            </a:lvl1pPr>
          </a:lstStyle>
          <a:p>
            <a:pPr lvl="0"/>
            <a:r>
              <a:rPr lang="en-US"/>
              <a:t>Title Goes Here</a:t>
            </a:r>
          </a:p>
        </p:txBody>
      </p:sp>
      <p:sp>
        <p:nvSpPr>
          <p:cNvPr id="12" name="Text Placeholder 11">
            <a:extLst>
              <a:ext uri="{FF2B5EF4-FFF2-40B4-BE49-F238E27FC236}">
                <a16:creationId xmlns:a16="http://schemas.microsoft.com/office/drawing/2014/main" id="{95014941-5D63-C129-0565-4571810A6ECF}"/>
              </a:ext>
            </a:extLst>
          </p:cNvPr>
          <p:cNvSpPr>
            <a:spLocks noGrp="1"/>
          </p:cNvSpPr>
          <p:nvPr>
            <p:ph type="body" sz="quarter" idx="14" hasCustomPrompt="1"/>
          </p:nvPr>
        </p:nvSpPr>
        <p:spPr>
          <a:xfrm>
            <a:off x="1940281" y="3152207"/>
            <a:ext cx="3914422" cy="2346677"/>
          </a:xfrm>
          <a:prstGeom prst="rect">
            <a:avLst/>
          </a:prstGeom>
        </p:spPr>
        <p:txBody>
          <a:bodyPr lIns="0"/>
          <a:lstStyle>
            <a:lvl1pPr marL="0" indent="0">
              <a:lnSpc>
                <a:spcPts val="1366"/>
              </a:lnSpc>
              <a:buNone/>
              <a:defRPr sz="1200">
                <a:solidFill>
                  <a:schemeClr val="accent2"/>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voluptae</a:t>
            </a:r>
            <a:r>
              <a:rPr lang="en-US"/>
              <a:t> </a:t>
            </a:r>
            <a:r>
              <a:rPr lang="en-US" err="1"/>
              <a:t>velit</a:t>
            </a:r>
            <a:r>
              <a:rPr lang="en-US"/>
              <a:t> </a:t>
            </a:r>
            <a:r>
              <a:rPr lang="en-US" err="1"/>
              <a:t>esse</a:t>
            </a:r>
            <a:r>
              <a:rPr lang="en-US"/>
              <a:t> </a:t>
            </a:r>
            <a:r>
              <a:rPr lang="en-US" err="1"/>
              <a:t>cillum</a:t>
            </a:r>
            <a:r>
              <a:rPr lang="en-US"/>
              <a:t> dolore. </a:t>
            </a:r>
          </a:p>
          <a:p>
            <a:pPr lvl="0"/>
            <a:endParaRPr lang="en-US"/>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a:t>
            </a:r>
          </a:p>
        </p:txBody>
      </p:sp>
      <p:sp>
        <p:nvSpPr>
          <p:cNvPr id="8" name="Text Placeholder 7">
            <a:extLst>
              <a:ext uri="{FF2B5EF4-FFF2-40B4-BE49-F238E27FC236}">
                <a16:creationId xmlns:a16="http://schemas.microsoft.com/office/drawing/2014/main" id="{BF6022B3-EF0E-DD5C-0515-894D6AF6CF90}"/>
              </a:ext>
            </a:extLst>
          </p:cNvPr>
          <p:cNvSpPr>
            <a:spLocks noGrp="1"/>
          </p:cNvSpPr>
          <p:nvPr>
            <p:ph type="body" sz="quarter" idx="13" hasCustomPrompt="1"/>
          </p:nvPr>
        </p:nvSpPr>
        <p:spPr>
          <a:xfrm>
            <a:off x="1940278" y="2763662"/>
            <a:ext cx="2777067" cy="285532"/>
          </a:xfrm>
          <a:prstGeom prst="rect">
            <a:avLst/>
          </a:prstGeom>
        </p:spPr>
        <p:txBody>
          <a:bodyPr lIns="0"/>
          <a:lstStyle>
            <a:lvl1pPr marL="0" indent="0">
              <a:buNone/>
              <a:defRPr sz="1400" b="1">
                <a:solidFill>
                  <a:schemeClr val="accent2"/>
                </a:solidFill>
                <a:latin typeface="SoDo Sans" pitchFamily="2" charset="77"/>
                <a:ea typeface="SoDo Sans" pitchFamily="2" charset="77"/>
              </a:defRPr>
            </a:lvl1pPr>
          </a:lstStyle>
          <a:p>
            <a:pPr lvl="0"/>
            <a:r>
              <a:rPr lang="en-US"/>
              <a:t>Title Goes Here</a:t>
            </a:r>
          </a:p>
        </p:txBody>
      </p:sp>
      <p:sp>
        <p:nvSpPr>
          <p:cNvPr id="9" name="Text Placeholder 8">
            <a:extLst>
              <a:ext uri="{FF2B5EF4-FFF2-40B4-BE49-F238E27FC236}">
                <a16:creationId xmlns:a16="http://schemas.microsoft.com/office/drawing/2014/main" id="{FB3B8496-CE67-AD38-E66A-FE9716599D53}"/>
              </a:ext>
            </a:extLst>
          </p:cNvPr>
          <p:cNvSpPr>
            <a:spLocks noGrp="1"/>
          </p:cNvSpPr>
          <p:nvPr>
            <p:ph type="body" sz="quarter" idx="12" hasCustomPrompt="1"/>
          </p:nvPr>
        </p:nvSpPr>
        <p:spPr>
          <a:xfrm>
            <a:off x="443304" y="1562102"/>
            <a:ext cx="4089400" cy="577850"/>
          </a:xfrm>
          <a:prstGeom prst="rect">
            <a:avLst/>
          </a:prstGeom>
        </p:spPr>
        <p:txBody>
          <a:bodyPr lIns="0"/>
          <a:lstStyle>
            <a:lvl1pPr marL="0" indent="0">
              <a:buNone/>
              <a:defRPr sz="1500">
                <a:solidFill>
                  <a:schemeClr val="accent2"/>
                </a:solidFill>
                <a:latin typeface="SoDo Sans" pitchFamily="2" charset="77"/>
                <a:ea typeface="SoDo Sans" pitchFamily="2" charset="77"/>
              </a:defRPr>
            </a:lvl1pPr>
          </a:lstStyle>
          <a:p>
            <a:pPr lvl="0"/>
            <a:r>
              <a:rPr lang="en-US"/>
              <a:t>Secondary line can go here. </a:t>
            </a:r>
          </a:p>
        </p:txBody>
      </p:sp>
      <p:sp>
        <p:nvSpPr>
          <p:cNvPr id="6" name="Text Placeholder 5">
            <a:extLst>
              <a:ext uri="{FF2B5EF4-FFF2-40B4-BE49-F238E27FC236}">
                <a16:creationId xmlns:a16="http://schemas.microsoft.com/office/drawing/2014/main" id="{54F8F5E0-A68A-5109-A829-9D568CD36456}"/>
              </a:ext>
            </a:extLst>
          </p:cNvPr>
          <p:cNvSpPr>
            <a:spLocks noGrp="1"/>
          </p:cNvSpPr>
          <p:nvPr>
            <p:ph type="body" sz="quarter" idx="11" hasCustomPrompt="1"/>
          </p:nvPr>
        </p:nvSpPr>
        <p:spPr>
          <a:xfrm>
            <a:off x="443304" y="895352"/>
            <a:ext cx="4361392" cy="577850"/>
          </a:xfrm>
          <a:prstGeom prst="rect">
            <a:avLst/>
          </a:prstGeom>
        </p:spPr>
        <p:txBody>
          <a:bodyPr lIns="0"/>
          <a:lstStyle>
            <a:lvl1pPr marL="0" indent="0">
              <a:buNone/>
              <a:defRPr sz="3199" b="1">
                <a:solidFill>
                  <a:schemeClr val="accent2"/>
                </a:solidFill>
                <a:latin typeface="SoDo Sans" pitchFamily="2" charset="77"/>
                <a:ea typeface="SoDo Sans" pitchFamily="2" charset="77"/>
              </a:defRPr>
            </a:lvl1pPr>
          </a:lstStyle>
          <a:p>
            <a:pPr lvl="0"/>
            <a:r>
              <a:rPr lang="en-US"/>
              <a:t>Headline Goes Here</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246043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re Slide - Headline + 3 Column">
    <p:spTree>
      <p:nvGrpSpPr>
        <p:cNvPr id="1" name=""/>
        <p:cNvGrpSpPr/>
        <p:nvPr/>
      </p:nvGrpSpPr>
      <p:grpSpPr>
        <a:xfrm>
          <a:off x="0" y="0"/>
          <a:ext cx="0" cy="0"/>
          <a:chOff x="0" y="0"/>
          <a:chExt cx="0" cy="0"/>
        </a:xfrm>
      </p:grpSpPr>
      <p:sp>
        <p:nvSpPr>
          <p:cNvPr id="2" name="2025 Starbucks Coffee Company CONFIDENTIALFOR STARBUCKS BUSINESS PURPOSES ONLY">
            <a:extLst>
              <a:ext uri="{FF2B5EF4-FFF2-40B4-BE49-F238E27FC236}">
                <a16:creationId xmlns:a16="http://schemas.microsoft.com/office/drawing/2014/main" id="{E988EA3D-C822-4B21-854B-2A900846876E}"/>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3" name="Text Placeholder 11">
            <a:extLst>
              <a:ext uri="{FF2B5EF4-FFF2-40B4-BE49-F238E27FC236}">
                <a16:creationId xmlns:a16="http://schemas.microsoft.com/office/drawing/2014/main" id="{EBF57506-7090-C691-5D8E-7DB9E694B7A6}"/>
              </a:ext>
            </a:extLst>
          </p:cNvPr>
          <p:cNvSpPr>
            <a:spLocks noGrp="1"/>
          </p:cNvSpPr>
          <p:nvPr>
            <p:ph type="body" sz="quarter" idx="19"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20" name="Text Placeholder 11">
            <a:extLst>
              <a:ext uri="{FF2B5EF4-FFF2-40B4-BE49-F238E27FC236}">
                <a16:creationId xmlns:a16="http://schemas.microsoft.com/office/drawing/2014/main" id="{995F39A6-67D1-8B7A-63FB-1F08623B8385}"/>
              </a:ext>
            </a:extLst>
          </p:cNvPr>
          <p:cNvSpPr>
            <a:spLocks noGrp="1"/>
          </p:cNvSpPr>
          <p:nvPr>
            <p:ph type="body" sz="quarter" idx="18" hasCustomPrompt="1"/>
          </p:nvPr>
        </p:nvSpPr>
        <p:spPr>
          <a:xfrm>
            <a:off x="8183741" y="3087295"/>
            <a:ext cx="3155243" cy="2346677"/>
          </a:xfrm>
          <a:prstGeom prst="rect">
            <a:avLst/>
          </a:prstGeom>
        </p:spPr>
        <p:txBody>
          <a:bodyPr lIns="0"/>
          <a:lstStyle>
            <a:lvl1pPr marL="0" indent="0">
              <a:lnSpc>
                <a:spcPts val="1366"/>
              </a:lnSpc>
              <a:buNone/>
              <a:defRPr sz="1200">
                <a:solidFill>
                  <a:schemeClr val="accent2"/>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a:t>
            </a:r>
          </a:p>
        </p:txBody>
      </p:sp>
      <p:sp>
        <p:nvSpPr>
          <p:cNvPr id="19" name="Text Placeholder 7">
            <a:extLst>
              <a:ext uri="{FF2B5EF4-FFF2-40B4-BE49-F238E27FC236}">
                <a16:creationId xmlns:a16="http://schemas.microsoft.com/office/drawing/2014/main" id="{A82848A4-C3A3-51CC-AC66-D8C1DB54452B}"/>
              </a:ext>
            </a:extLst>
          </p:cNvPr>
          <p:cNvSpPr>
            <a:spLocks noGrp="1"/>
          </p:cNvSpPr>
          <p:nvPr>
            <p:ph type="body" sz="quarter" idx="17" hasCustomPrompt="1"/>
          </p:nvPr>
        </p:nvSpPr>
        <p:spPr>
          <a:xfrm>
            <a:off x="8183740" y="2698750"/>
            <a:ext cx="2777067" cy="285532"/>
          </a:xfrm>
          <a:prstGeom prst="rect">
            <a:avLst/>
          </a:prstGeom>
        </p:spPr>
        <p:txBody>
          <a:bodyPr lIns="0"/>
          <a:lstStyle>
            <a:lvl1pPr marL="0" indent="0">
              <a:buNone/>
              <a:defRPr sz="1400" b="1">
                <a:solidFill>
                  <a:schemeClr val="accent2"/>
                </a:solidFill>
                <a:latin typeface="SoDo Sans" pitchFamily="2" charset="77"/>
                <a:ea typeface="SoDo Sans" pitchFamily="2" charset="77"/>
              </a:defRPr>
            </a:lvl1pPr>
          </a:lstStyle>
          <a:p>
            <a:pPr lvl="0"/>
            <a:r>
              <a:rPr lang="en-US"/>
              <a:t>Title Goes Here</a:t>
            </a:r>
          </a:p>
        </p:txBody>
      </p:sp>
      <p:sp>
        <p:nvSpPr>
          <p:cNvPr id="18" name="Text Placeholder 11">
            <a:extLst>
              <a:ext uri="{FF2B5EF4-FFF2-40B4-BE49-F238E27FC236}">
                <a16:creationId xmlns:a16="http://schemas.microsoft.com/office/drawing/2014/main" id="{5EE38879-75E4-25D1-95CB-7EE14A8F272A}"/>
              </a:ext>
            </a:extLst>
          </p:cNvPr>
          <p:cNvSpPr>
            <a:spLocks noGrp="1"/>
          </p:cNvSpPr>
          <p:nvPr>
            <p:ph type="body" sz="quarter" idx="16" hasCustomPrompt="1"/>
          </p:nvPr>
        </p:nvSpPr>
        <p:spPr>
          <a:xfrm>
            <a:off x="4503563" y="3087295"/>
            <a:ext cx="3155243" cy="2346677"/>
          </a:xfrm>
          <a:prstGeom prst="rect">
            <a:avLst/>
          </a:prstGeom>
        </p:spPr>
        <p:txBody>
          <a:bodyPr lIns="0"/>
          <a:lstStyle>
            <a:lvl1pPr marL="0" indent="0">
              <a:lnSpc>
                <a:spcPts val="1366"/>
              </a:lnSpc>
              <a:buNone/>
              <a:defRPr sz="1200">
                <a:solidFill>
                  <a:schemeClr val="accent2"/>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a:t>
            </a:r>
          </a:p>
        </p:txBody>
      </p:sp>
      <p:sp>
        <p:nvSpPr>
          <p:cNvPr id="17" name="Text Placeholder 7">
            <a:extLst>
              <a:ext uri="{FF2B5EF4-FFF2-40B4-BE49-F238E27FC236}">
                <a16:creationId xmlns:a16="http://schemas.microsoft.com/office/drawing/2014/main" id="{D9BCFA4E-3E70-3D6B-5AB8-8D715F616393}"/>
              </a:ext>
            </a:extLst>
          </p:cNvPr>
          <p:cNvSpPr>
            <a:spLocks noGrp="1"/>
          </p:cNvSpPr>
          <p:nvPr>
            <p:ph type="body" sz="quarter" idx="15" hasCustomPrompt="1"/>
          </p:nvPr>
        </p:nvSpPr>
        <p:spPr>
          <a:xfrm>
            <a:off x="4503561" y="2698750"/>
            <a:ext cx="2777067" cy="285532"/>
          </a:xfrm>
          <a:prstGeom prst="rect">
            <a:avLst/>
          </a:prstGeom>
        </p:spPr>
        <p:txBody>
          <a:bodyPr lIns="0"/>
          <a:lstStyle>
            <a:lvl1pPr marL="0" indent="0">
              <a:buNone/>
              <a:defRPr sz="1400" b="1">
                <a:solidFill>
                  <a:schemeClr val="accent2"/>
                </a:solidFill>
                <a:latin typeface="SoDo Sans" pitchFamily="2" charset="77"/>
                <a:ea typeface="SoDo Sans" pitchFamily="2" charset="77"/>
              </a:defRPr>
            </a:lvl1pPr>
          </a:lstStyle>
          <a:p>
            <a:pPr lvl="0"/>
            <a:r>
              <a:rPr lang="en-US"/>
              <a:t>Title Goes Here</a:t>
            </a:r>
          </a:p>
        </p:txBody>
      </p:sp>
      <p:sp>
        <p:nvSpPr>
          <p:cNvPr id="12" name="Text Placeholder 11">
            <a:extLst>
              <a:ext uri="{FF2B5EF4-FFF2-40B4-BE49-F238E27FC236}">
                <a16:creationId xmlns:a16="http://schemas.microsoft.com/office/drawing/2014/main" id="{95014941-5D63-C129-0565-4571810A6ECF}"/>
              </a:ext>
            </a:extLst>
          </p:cNvPr>
          <p:cNvSpPr>
            <a:spLocks noGrp="1"/>
          </p:cNvSpPr>
          <p:nvPr>
            <p:ph type="body" sz="quarter" idx="14" hasCustomPrompt="1"/>
          </p:nvPr>
        </p:nvSpPr>
        <p:spPr>
          <a:xfrm>
            <a:off x="800808" y="3087295"/>
            <a:ext cx="3155243" cy="2346677"/>
          </a:xfrm>
          <a:prstGeom prst="rect">
            <a:avLst/>
          </a:prstGeom>
        </p:spPr>
        <p:txBody>
          <a:bodyPr lIns="0"/>
          <a:lstStyle>
            <a:lvl1pPr marL="0" indent="0">
              <a:lnSpc>
                <a:spcPts val="1366"/>
              </a:lnSpc>
              <a:buNone/>
              <a:defRPr sz="1200">
                <a:solidFill>
                  <a:schemeClr val="accent2"/>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a:t>
            </a:r>
          </a:p>
        </p:txBody>
      </p:sp>
      <p:sp>
        <p:nvSpPr>
          <p:cNvPr id="8" name="Text Placeholder 7">
            <a:extLst>
              <a:ext uri="{FF2B5EF4-FFF2-40B4-BE49-F238E27FC236}">
                <a16:creationId xmlns:a16="http://schemas.microsoft.com/office/drawing/2014/main" id="{BF6022B3-EF0E-DD5C-0515-894D6AF6CF90}"/>
              </a:ext>
            </a:extLst>
          </p:cNvPr>
          <p:cNvSpPr>
            <a:spLocks noGrp="1"/>
          </p:cNvSpPr>
          <p:nvPr>
            <p:ph type="body" sz="quarter" idx="13" hasCustomPrompt="1"/>
          </p:nvPr>
        </p:nvSpPr>
        <p:spPr>
          <a:xfrm>
            <a:off x="800805" y="2698750"/>
            <a:ext cx="2777067" cy="285532"/>
          </a:xfrm>
          <a:prstGeom prst="rect">
            <a:avLst/>
          </a:prstGeom>
        </p:spPr>
        <p:txBody>
          <a:bodyPr lIns="0"/>
          <a:lstStyle>
            <a:lvl1pPr marL="0" indent="0">
              <a:buNone/>
              <a:defRPr sz="1400" b="1">
                <a:solidFill>
                  <a:schemeClr val="accent2"/>
                </a:solidFill>
                <a:latin typeface="SoDo Sans" pitchFamily="2" charset="77"/>
                <a:ea typeface="SoDo Sans" pitchFamily="2" charset="77"/>
              </a:defRPr>
            </a:lvl1pPr>
          </a:lstStyle>
          <a:p>
            <a:pPr lvl="0"/>
            <a:r>
              <a:rPr lang="en-US"/>
              <a:t>Title Goes Here</a:t>
            </a:r>
          </a:p>
        </p:txBody>
      </p:sp>
      <p:sp>
        <p:nvSpPr>
          <p:cNvPr id="9" name="Text Placeholder 8">
            <a:extLst>
              <a:ext uri="{FF2B5EF4-FFF2-40B4-BE49-F238E27FC236}">
                <a16:creationId xmlns:a16="http://schemas.microsoft.com/office/drawing/2014/main" id="{FB3B8496-CE67-AD38-E66A-FE9716599D53}"/>
              </a:ext>
            </a:extLst>
          </p:cNvPr>
          <p:cNvSpPr>
            <a:spLocks noGrp="1"/>
          </p:cNvSpPr>
          <p:nvPr>
            <p:ph type="body" sz="quarter" idx="12" hasCustomPrompt="1"/>
          </p:nvPr>
        </p:nvSpPr>
        <p:spPr>
          <a:xfrm>
            <a:off x="443304" y="1562102"/>
            <a:ext cx="4089400" cy="577850"/>
          </a:xfrm>
          <a:prstGeom prst="rect">
            <a:avLst/>
          </a:prstGeom>
        </p:spPr>
        <p:txBody>
          <a:bodyPr lIns="0"/>
          <a:lstStyle>
            <a:lvl1pPr marL="0" indent="0">
              <a:buNone/>
              <a:defRPr sz="1500">
                <a:solidFill>
                  <a:schemeClr val="accent2"/>
                </a:solidFill>
                <a:latin typeface="SoDo Sans" pitchFamily="2" charset="77"/>
                <a:ea typeface="SoDo Sans" pitchFamily="2" charset="77"/>
              </a:defRPr>
            </a:lvl1pPr>
          </a:lstStyle>
          <a:p>
            <a:pPr lvl="0"/>
            <a:r>
              <a:rPr lang="en-US"/>
              <a:t>Secondary line can go here. </a:t>
            </a:r>
          </a:p>
        </p:txBody>
      </p:sp>
      <p:sp>
        <p:nvSpPr>
          <p:cNvPr id="6" name="Text Placeholder 5">
            <a:extLst>
              <a:ext uri="{FF2B5EF4-FFF2-40B4-BE49-F238E27FC236}">
                <a16:creationId xmlns:a16="http://schemas.microsoft.com/office/drawing/2014/main" id="{54F8F5E0-A68A-5109-A829-9D568CD36456}"/>
              </a:ext>
            </a:extLst>
          </p:cNvPr>
          <p:cNvSpPr>
            <a:spLocks noGrp="1"/>
          </p:cNvSpPr>
          <p:nvPr>
            <p:ph type="body" sz="quarter" idx="11" hasCustomPrompt="1"/>
          </p:nvPr>
        </p:nvSpPr>
        <p:spPr>
          <a:xfrm>
            <a:off x="443304" y="895352"/>
            <a:ext cx="4361392" cy="577850"/>
          </a:xfrm>
          <a:prstGeom prst="rect">
            <a:avLst/>
          </a:prstGeom>
        </p:spPr>
        <p:txBody>
          <a:bodyPr lIns="0"/>
          <a:lstStyle>
            <a:lvl1pPr marL="0" indent="0">
              <a:buNone/>
              <a:defRPr sz="3199" b="1">
                <a:solidFill>
                  <a:schemeClr val="accent2"/>
                </a:solidFill>
                <a:latin typeface="SoDo Sans" pitchFamily="2" charset="77"/>
                <a:ea typeface="SoDo Sans" pitchFamily="2" charset="77"/>
              </a:defRPr>
            </a:lvl1pPr>
          </a:lstStyle>
          <a:p>
            <a:pPr lvl="0"/>
            <a:r>
              <a:rPr lang="en-US"/>
              <a:t>Headline Goes Here</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1958126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re Slide - Headline + 4 Column">
    <p:spTree>
      <p:nvGrpSpPr>
        <p:cNvPr id="1" name=""/>
        <p:cNvGrpSpPr/>
        <p:nvPr/>
      </p:nvGrpSpPr>
      <p:grpSpPr>
        <a:xfrm>
          <a:off x="0" y="0"/>
          <a:ext cx="0" cy="0"/>
          <a:chOff x="0" y="0"/>
          <a:chExt cx="0" cy="0"/>
        </a:xfrm>
      </p:grpSpPr>
      <p:sp>
        <p:nvSpPr>
          <p:cNvPr id="2" name="2025 Starbucks Coffee Company CONFIDENTIALFOR STARBUCKS BUSINESS PURPOSES ONLY">
            <a:extLst>
              <a:ext uri="{FF2B5EF4-FFF2-40B4-BE49-F238E27FC236}">
                <a16:creationId xmlns:a16="http://schemas.microsoft.com/office/drawing/2014/main" id="{D10C3D48-5F29-5BDE-E99C-F365587DFF8D}"/>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3" name="Text Placeholder 11">
            <a:extLst>
              <a:ext uri="{FF2B5EF4-FFF2-40B4-BE49-F238E27FC236}">
                <a16:creationId xmlns:a16="http://schemas.microsoft.com/office/drawing/2014/main" id="{9D030FA2-B9F1-6FA2-A669-B9DD0FC5CEDF}"/>
              </a:ext>
            </a:extLst>
          </p:cNvPr>
          <p:cNvSpPr>
            <a:spLocks noGrp="1"/>
          </p:cNvSpPr>
          <p:nvPr>
            <p:ph type="body" sz="quarter" idx="21"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26" name="Text Placeholder 11">
            <a:extLst>
              <a:ext uri="{FF2B5EF4-FFF2-40B4-BE49-F238E27FC236}">
                <a16:creationId xmlns:a16="http://schemas.microsoft.com/office/drawing/2014/main" id="{E41915EE-2C10-BF81-A2A3-56B9E4F5D738}"/>
              </a:ext>
            </a:extLst>
          </p:cNvPr>
          <p:cNvSpPr>
            <a:spLocks noGrp="1"/>
          </p:cNvSpPr>
          <p:nvPr>
            <p:ph type="body" sz="quarter" idx="20" hasCustomPrompt="1"/>
          </p:nvPr>
        </p:nvSpPr>
        <p:spPr>
          <a:xfrm>
            <a:off x="9080067" y="3119045"/>
            <a:ext cx="2184570" cy="2346677"/>
          </a:xfrm>
          <a:prstGeom prst="rect">
            <a:avLst/>
          </a:prstGeom>
        </p:spPr>
        <p:txBody>
          <a:bodyPr lIns="0"/>
          <a:lstStyle>
            <a:lvl1pPr marL="0" indent="0">
              <a:lnSpc>
                <a:spcPts val="1366"/>
              </a:lnSpc>
              <a:buNone/>
              <a:defRPr sz="1200">
                <a:solidFill>
                  <a:schemeClr val="accent2"/>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a:t>
            </a:r>
          </a:p>
        </p:txBody>
      </p:sp>
      <p:sp>
        <p:nvSpPr>
          <p:cNvPr id="25" name="Text Placeholder 7">
            <a:extLst>
              <a:ext uri="{FF2B5EF4-FFF2-40B4-BE49-F238E27FC236}">
                <a16:creationId xmlns:a16="http://schemas.microsoft.com/office/drawing/2014/main" id="{649E4F8B-00EC-583D-D289-C0BDB0C2219B}"/>
              </a:ext>
            </a:extLst>
          </p:cNvPr>
          <p:cNvSpPr>
            <a:spLocks noGrp="1"/>
          </p:cNvSpPr>
          <p:nvPr>
            <p:ph type="body" sz="quarter" idx="19" hasCustomPrompt="1"/>
          </p:nvPr>
        </p:nvSpPr>
        <p:spPr>
          <a:xfrm>
            <a:off x="9080065" y="2730500"/>
            <a:ext cx="2184572" cy="285532"/>
          </a:xfrm>
          <a:prstGeom prst="rect">
            <a:avLst/>
          </a:prstGeom>
        </p:spPr>
        <p:txBody>
          <a:bodyPr lIns="0"/>
          <a:lstStyle>
            <a:lvl1pPr marL="0" indent="0">
              <a:buNone/>
              <a:defRPr sz="1400" b="1">
                <a:solidFill>
                  <a:schemeClr val="accent2"/>
                </a:solidFill>
                <a:latin typeface="SoDo Sans" pitchFamily="2" charset="77"/>
                <a:ea typeface="SoDo Sans" pitchFamily="2" charset="77"/>
              </a:defRPr>
            </a:lvl1pPr>
          </a:lstStyle>
          <a:p>
            <a:pPr lvl="0"/>
            <a:r>
              <a:rPr lang="en-US"/>
              <a:t>Title Goes Here</a:t>
            </a:r>
          </a:p>
        </p:txBody>
      </p:sp>
      <p:sp>
        <p:nvSpPr>
          <p:cNvPr id="24" name="Text Placeholder 11">
            <a:extLst>
              <a:ext uri="{FF2B5EF4-FFF2-40B4-BE49-F238E27FC236}">
                <a16:creationId xmlns:a16="http://schemas.microsoft.com/office/drawing/2014/main" id="{D015C2F2-2DC0-6E8D-34C4-9DA2FEAEF44F}"/>
              </a:ext>
            </a:extLst>
          </p:cNvPr>
          <p:cNvSpPr>
            <a:spLocks noGrp="1"/>
          </p:cNvSpPr>
          <p:nvPr>
            <p:ph type="body" sz="quarter" idx="18" hasCustomPrompt="1"/>
          </p:nvPr>
        </p:nvSpPr>
        <p:spPr>
          <a:xfrm>
            <a:off x="6399622" y="3119045"/>
            <a:ext cx="2184570" cy="2346677"/>
          </a:xfrm>
          <a:prstGeom prst="rect">
            <a:avLst/>
          </a:prstGeom>
        </p:spPr>
        <p:txBody>
          <a:bodyPr lIns="0"/>
          <a:lstStyle>
            <a:lvl1pPr marL="0" indent="0">
              <a:lnSpc>
                <a:spcPts val="1366"/>
              </a:lnSpc>
              <a:buNone/>
              <a:defRPr sz="1200">
                <a:solidFill>
                  <a:schemeClr val="accent2"/>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a:t>
            </a:r>
          </a:p>
        </p:txBody>
      </p:sp>
      <p:sp>
        <p:nvSpPr>
          <p:cNvPr id="23" name="Text Placeholder 7">
            <a:extLst>
              <a:ext uri="{FF2B5EF4-FFF2-40B4-BE49-F238E27FC236}">
                <a16:creationId xmlns:a16="http://schemas.microsoft.com/office/drawing/2014/main" id="{CE4C71DC-B1F8-1F55-AE27-9E5FA7D524A2}"/>
              </a:ext>
            </a:extLst>
          </p:cNvPr>
          <p:cNvSpPr>
            <a:spLocks noGrp="1"/>
          </p:cNvSpPr>
          <p:nvPr>
            <p:ph type="body" sz="quarter" idx="17" hasCustomPrompt="1"/>
          </p:nvPr>
        </p:nvSpPr>
        <p:spPr>
          <a:xfrm>
            <a:off x="6399619" y="2730500"/>
            <a:ext cx="2184572" cy="285532"/>
          </a:xfrm>
          <a:prstGeom prst="rect">
            <a:avLst/>
          </a:prstGeom>
        </p:spPr>
        <p:txBody>
          <a:bodyPr lIns="0"/>
          <a:lstStyle>
            <a:lvl1pPr marL="0" indent="0">
              <a:buNone/>
              <a:defRPr sz="1400" b="1">
                <a:solidFill>
                  <a:schemeClr val="accent2"/>
                </a:solidFill>
                <a:latin typeface="SoDo Sans" pitchFamily="2" charset="77"/>
                <a:ea typeface="SoDo Sans" pitchFamily="2" charset="77"/>
              </a:defRPr>
            </a:lvl1pPr>
          </a:lstStyle>
          <a:p>
            <a:pPr lvl="0"/>
            <a:r>
              <a:rPr lang="en-US"/>
              <a:t>Title Goes Here</a:t>
            </a:r>
          </a:p>
        </p:txBody>
      </p:sp>
      <p:sp>
        <p:nvSpPr>
          <p:cNvPr id="22" name="Text Placeholder 11">
            <a:extLst>
              <a:ext uri="{FF2B5EF4-FFF2-40B4-BE49-F238E27FC236}">
                <a16:creationId xmlns:a16="http://schemas.microsoft.com/office/drawing/2014/main" id="{C3C5AED6-2291-0F2E-D96D-1444981DB095}"/>
              </a:ext>
            </a:extLst>
          </p:cNvPr>
          <p:cNvSpPr>
            <a:spLocks noGrp="1"/>
          </p:cNvSpPr>
          <p:nvPr>
            <p:ph type="body" sz="quarter" idx="16" hasCustomPrompt="1"/>
          </p:nvPr>
        </p:nvSpPr>
        <p:spPr>
          <a:xfrm>
            <a:off x="3701244" y="3119045"/>
            <a:ext cx="2107826" cy="2346677"/>
          </a:xfrm>
          <a:prstGeom prst="rect">
            <a:avLst/>
          </a:prstGeom>
        </p:spPr>
        <p:txBody>
          <a:bodyPr lIns="0"/>
          <a:lstStyle>
            <a:lvl1pPr marL="0" indent="0">
              <a:lnSpc>
                <a:spcPts val="1366"/>
              </a:lnSpc>
              <a:buNone/>
              <a:defRPr sz="1200">
                <a:solidFill>
                  <a:schemeClr val="accent2"/>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a:t>
            </a:r>
          </a:p>
        </p:txBody>
      </p:sp>
      <p:sp>
        <p:nvSpPr>
          <p:cNvPr id="21" name="Text Placeholder 7">
            <a:extLst>
              <a:ext uri="{FF2B5EF4-FFF2-40B4-BE49-F238E27FC236}">
                <a16:creationId xmlns:a16="http://schemas.microsoft.com/office/drawing/2014/main" id="{ABE9769B-46F7-1D5C-7ABC-98E872ED7D4A}"/>
              </a:ext>
            </a:extLst>
          </p:cNvPr>
          <p:cNvSpPr>
            <a:spLocks noGrp="1"/>
          </p:cNvSpPr>
          <p:nvPr>
            <p:ph type="body" sz="quarter" idx="15" hasCustomPrompt="1"/>
          </p:nvPr>
        </p:nvSpPr>
        <p:spPr>
          <a:xfrm>
            <a:off x="3701242" y="2730500"/>
            <a:ext cx="2107828" cy="285532"/>
          </a:xfrm>
          <a:prstGeom prst="rect">
            <a:avLst/>
          </a:prstGeom>
        </p:spPr>
        <p:txBody>
          <a:bodyPr lIns="0"/>
          <a:lstStyle>
            <a:lvl1pPr marL="0" indent="0">
              <a:buNone/>
              <a:defRPr sz="1400" b="1">
                <a:solidFill>
                  <a:schemeClr val="accent2"/>
                </a:solidFill>
                <a:latin typeface="SoDo Sans" pitchFamily="2" charset="77"/>
                <a:ea typeface="SoDo Sans" pitchFamily="2" charset="77"/>
              </a:defRPr>
            </a:lvl1pPr>
          </a:lstStyle>
          <a:p>
            <a:pPr lvl="0"/>
            <a:r>
              <a:rPr lang="en-US"/>
              <a:t>Title Goes Here</a:t>
            </a:r>
          </a:p>
        </p:txBody>
      </p:sp>
      <p:sp>
        <p:nvSpPr>
          <p:cNvPr id="12" name="Text Placeholder 11">
            <a:extLst>
              <a:ext uri="{FF2B5EF4-FFF2-40B4-BE49-F238E27FC236}">
                <a16:creationId xmlns:a16="http://schemas.microsoft.com/office/drawing/2014/main" id="{95014941-5D63-C129-0565-4571810A6ECF}"/>
              </a:ext>
            </a:extLst>
          </p:cNvPr>
          <p:cNvSpPr>
            <a:spLocks noGrp="1"/>
          </p:cNvSpPr>
          <p:nvPr>
            <p:ph type="body" sz="quarter" idx="14" hasCustomPrompt="1"/>
          </p:nvPr>
        </p:nvSpPr>
        <p:spPr>
          <a:xfrm>
            <a:off x="984940" y="3119045"/>
            <a:ext cx="2184570" cy="2346677"/>
          </a:xfrm>
          <a:prstGeom prst="rect">
            <a:avLst/>
          </a:prstGeom>
        </p:spPr>
        <p:txBody>
          <a:bodyPr lIns="0"/>
          <a:lstStyle>
            <a:lvl1pPr marL="0" indent="0">
              <a:lnSpc>
                <a:spcPts val="1366"/>
              </a:lnSpc>
              <a:buNone/>
              <a:defRPr sz="1200">
                <a:solidFill>
                  <a:schemeClr val="accent2"/>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a:t>
            </a:r>
          </a:p>
        </p:txBody>
      </p:sp>
      <p:sp>
        <p:nvSpPr>
          <p:cNvPr id="8" name="Text Placeholder 7">
            <a:extLst>
              <a:ext uri="{FF2B5EF4-FFF2-40B4-BE49-F238E27FC236}">
                <a16:creationId xmlns:a16="http://schemas.microsoft.com/office/drawing/2014/main" id="{BF6022B3-EF0E-DD5C-0515-894D6AF6CF90}"/>
              </a:ext>
            </a:extLst>
          </p:cNvPr>
          <p:cNvSpPr>
            <a:spLocks noGrp="1"/>
          </p:cNvSpPr>
          <p:nvPr>
            <p:ph type="body" sz="quarter" idx="13" hasCustomPrompt="1"/>
          </p:nvPr>
        </p:nvSpPr>
        <p:spPr>
          <a:xfrm>
            <a:off x="984936" y="2730500"/>
            <a:ext cx="2184572" cy="285532"/>
          </a:xfrm>
          <a:prstGeom prst="rect">
            <a:avLst/>
          </a:prstGeom>
        </p:spPr>
        <p:txBody>
          <a:bodyPr lIns="0"/>
          <a:lstStyle>
            <a:lvl1pPr marL="0" indent="0">
              <a:buNone/>
              <a:defRPr sz="1400" b="1">
                <a:solidFill>
                  <a:schemeClr val="accent2"/>
                </a:solidFill>
                <a:latin typeface="SoDo Sans" pitchFamily="2" charset="77"/>
                <a:ea typeface="SoDo Sans" pitchFamily="2" charset="77"/>
              </a:defRPr>
            </a:lvl1pPr>
          </a:lstStyle>
          <a:p>
            <a:pPr lvl="0"/>
            <a:r>
              <a:rPr lang="en-US"/>
              <a:t>Title Goes Here</a:t>
            </a:r>
          </a:p>
        </p:txBody>
      </p:sp>
      <p:sp>
        <p:nvSpPr>
          <p:cNvPr id="9" name="Text Placeholder 8">
            <a:extLst>
              <a:ext uri="{FF2B5EF4-FFF2-40B4-BE49-F238E27FC236}">
                <a16:creationId xmlns:a16="http://schemas.microsoft.com/office/drawing/2014/main" id="{FB3B8496-CE67-AD38-E66A-FE9716599D53}"/>
              </a:ext>
            </a:extLst>
          </p:cNvPr>
          <p:cNvSpPr>
            <a:spLocks noGrp="1"/>
          </p:cNvSpPr>
          <p:nvPr>
            <p:ph type="body" sz="quarter" idx="12" hasCustomPrompt="1"/>
          </p:nvPr>
        </p:nvSpPr>
        <p:spPr>
          <a:xfrm>
            <a:off x="443304" y="1562102"/>
            <a:ext cx="4089400" cy="577850"/>
          </a:xfrm>
          <a:prstGeom prst="rect">
            <a:avLst/>
          </a:prstGeom>
        </p:spPr>
        <p:txBody>
          <a:bodyPr lIns="0"/>
          <a:lstStyle>
            <a:lvl1pPr marL="0" indent="0">
              <a:buNone/>
              <a:defRPr sz="1500">
                <a:solidFill>
                  <a:schemeClr val="accent2"/>
                </a:solidFill>
                <a:latin typeface="SoDo Sans" pitchFamily="2" charset="77"/>
                <a:ea typeface="SoDo Sans" pitchFamily="2" charset="77"/>
              </a:defRPr>
            </a:lvl1pPr>
          </a:lstStyle>
          <a:p>
            <a:pPr lvl="0"/>
            <a:r>
              <a:rPr lang="en-US"/>
              <a:t>Secondary line can go here. </a:t>
            </a:r>
          </a:p>
        </p:txBody>
      </p:sp>
      <p:sp>
        <p:nvSpPr>
          <p:cNvPr id="6" name="Text Placeholder 5">
            <a:extLst>
              <a:ext uri="{FF2B5EF4-FFF2-40B4-BE49-F238E27FC236}">
                <a16:creationId xmlns:a16="http://schemas.microsoft.com/office/drawing/2014/main" id="{54F8F5E0-A68A-5109-A829-9D568CD36456}"/>
              </a:ext>
            </a:extLst>
          </p:cNvPr>
          <p:cNvSpPr>
            <a:spLocks noGrp="1"/>
          </p:cNvSpPr>
          <p:nvPr>
            <p:ph type="body" sz="quarter" idx="11" hasCustomPrompt="1"/>
          </p:nvPr>
        </p:nvSpPr>
        <p:spPr>
          <a:xfrm>
            <a:off x="443304" y="895352"/>
            <a:ext cx="4361392" cy="577850"/>
          </a:xfrm>
          <a:prstGeom prst="rect">
            <a:avLst/>
          </a:prstGeom>
        </p:spPr>
        <p:txBody>
          <a:bodyPr lIns="0"/>
          <a:lstStyle>
            <a:lvl1pPr marL="0" indent="0">
              <a:buNone/>
              <a:defRPr sz="3199" b="1">
                <a:solidFill>
                  <a:schemeClr val="accent2"/>
                </a:solidFill>
                <a:latin typeface="SoDo Sans" pitchFamily="2" charset="77"/>
                <a:ea typeface="SoDo Sans" pitchFamily="2" charset="77"/>
              </a:defRPr>
            </a:lvl1pPr>
          </a:lstStyle>
          <a:p>
            <a:pPr lvl="0"/>
            <a:r>
              <a:rPr lang="en-US"/>
              <a:t>Headline Goes Here</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3175602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re Slide - Headline + Timeline">
    <p:spTree>
      <p:nvGrpSpPr>
        <p:cNvPr id="1" name=""/>
        <p:cNvGrpSpPr/>
        <p:nvPr/>
      </p:nvGrpSpPr>
      <p:grpSpPr>
        <a:xfrm>
          <a:off x="0" y="0"/>
          <a:ext cx="0" cy="0"/>
          <a:chOff x="0" y="0"/>
          <a:chExt cx="0" cy="0"/>
        </a:xfrm>
      </p:grpSpPr>
      <p:sp>
        <p:nvSpPr>
          <p:cNvPr id="3" name="2025 Starbucks Coffee Company CONFIDENTIALFOR STARBUCKS BUSINESS PURPOSES ONLY">
            <a:extLst>
              <a:ext uri="{FF2B5EF4-FFF2-40B4-BE49-F238E27FC236}">
                <a16:creationId xmlns:a16="http://schemas.microsoft.com/office/drawing/2014/main" id="{265E0E5A-12DF-19BE-EAFC-DAA9D82D4794}"/>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5" name="Text Placeholder 11">
            <a:extLst>
              <a:ext uri="{FF2B5EF4-FFF2-40B4-BE49-F238E27FC236}">
                <a16:creationId xmlns:a16="http://schemas.microsoft.com/office/drawing/2014/main" id="{F3F2BAB7-B2F6-C76B-1DAE-E986749ADDBA}"/>
              </a:ext>
            </a:extLst>
          </p:cNvPr>
          <p:cNvSpPr>
            <a:spLocks noGrp="1"/>
          </p:cNvSpPr>
          <p:nvPr>
            <p:ph type="body" sz="quarter" idx="17"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20" name="Text Placeholder 15">
            <a:extLst>
              <a:ext uri="{FF2B5EF4-FFF2-40B4-BE49-F238E27FC236}">
                <a16:creationId xmlns:a16="http://schemas.microsoft.com/office/drawing/2014/main" id="{7C930AFD-2368-83E7-AFA9-6194A82B48FC}"/>
              </a:ext>
            </a:extLst>
          </p:cNvPr>
          <p:cNvSpPr>
            <a:spLocks noGrp="1"/>
          </p:cNvSpPr>
          <p:nvPr>
            <p:ph type="body" sz="quarter" idx="16" hasCustomPrompt="1"/>
          </p:nvPr>
        </p:nvSpPr>
        <p:spPr>
          <a:xfrm>
            <a:off x="9849872" y="1568568"/>
            <a:ext cx="2076123" cy="2216150"/>
          </a:xfrm>
          <a:prstGeom prst="rect">
            <a:avLst/>
          </a:prstGeom>
        </p:spPr>
        <p:txBody>
          <a:bodyPr lIns="0"/>
          <a:lstStyle>
            <a:lvl1pPr marL="0" indent="0">
              <a:lnSpc>
                <a:spcPts val="2799"/>
              </a:lnSpc>
              <a:buNone/>
              <a:defRPr sz="1400" b="0" i="0">
                <a:solidFill>
                  <a:schemeClr val="accent2"/>
                </a:solidFill>
                <a:latin typeface="SoDo Sans Light" pitchFamily="2" charset="77"/>
                <a:ea typeface="SoDo Sans Light" pitchFamily="2" charset="77"/>
              </a:defRPr>
            </a:lvl1pPr>
          </a:lstStyle>
          <a:p>
            <a:pPr lvl="0"/>
            <a:r>
              <a:rPr lang="en-US"/>
              <a:t>Review 1</a:t>
            </a:r>
          </a:p>
          <a:p>
            <a:pPr lvl="0"/>
            <a:r>
              <a:rPr lang="en-US"/>
              <a:t>Feedback 1</a:t>
            </a:r>
          </a:p>
          <a:p>
            <a:pPr lvl="0"/>
            <a:r>
              <a:rPr lang="en-US"/>
              <a:t>Review 2</a:t>
            </a:r>
          </a:p>
          <a:p>
            <a:pPr lvl="0"/>
            <a:r>
              <a:rPr lang="en-US"/>
              <a:t>Feedback 2</a:t>
            </a:r>
          </a:p>
        </p:txBody>
      </p:sp>
      <p:sp>
        <p:nvSpPr>
          <p:cNvPr id="16" name="Text Placeholder 15">
            <a:extLst>
              <a:ext uri="{FF2B5EF4-FFF2-40B4-BE49-F238E27FC236}">
                <a16:creationId xmlns:a16="http://schemas.microsoft.com/office/drawing/2014/main" id="{D452E2DF-62DB-233C-4DB2-D2DBA941C64C}"/>
              </a:ext>
            </a:extLst>
          </p:cNvPr>
          <p:cNvSpPr>
            <a:spLocks noGrp="1"/>
          </p:cNvSpPr>
          <p:nvPr>
            <p:ph type="body" sz="quarter" idx="15" hasCustomPrompt="1"/>
          </p:nvPr>
        </p:nvSpPr>
        <p:spPr>
          <a:xfrm>
            <a:off x="8830178" y="1568567"/>
            <a:ext cx="863099" cy="2122900"/>
          </a:xfrm>
          <a:prstGeom prst="rect">
            <a:avLst/>
          </a:prstGeom>
        </p:spPr>
        <p:txBody>
          <a:bodyPr lIns="0"/>
          <a:lstStyle>
            <a:lvl1pPr marL="0" indent="0">
              <a:lnSpc>
                <a:spcPts val="2799"/>
              </a:lnSpc>
              <a:buNone/>
              <a:defRPr sz="1400" b="0" i="0">
                <a:solidFill>
                  <a:schemeClr val="accent2"/>
                </a:solidFill>
                <a:latin typeface="SoDo Sans Light" pitchFamily="2" charset="77"/>
                <a:ea typeface="SoDo Sans Light" pitchFamily="2" charset="77"/>
              </a:defRPr>
            </a:lvl1pPr>
          </a:lstStyle>
          <a:p>
            <a:pPr lvl="0"/>
            <a:r>
              <a:rPr lang="en-US"/>
              <a:t>00/00</a:t>
            </a:r>
          </a:p>
          <a:p>
            <a:pPr lvl="0"/>
            <a:r>
              <a:rPr lang="en-US"/>
              <a:t>00/00</a:t>
            </a:r>
          </a:p>
          <a:p>
            <a:pPr lvl="0"/>
            <a:r>
              <a:rPr lang="en-US"/>
              <a:t>00/00</a:t>
            </a:r>
          </a:p>
          <a:p>
            <a:pPr lvl="0"/>
            <a:r>
              <a:rPr lang="en-US"/>
              <a:t>00/00</a:t>
            </a:r>
          </a:p>
        </p:txBody>
      </p:sp>
      <p:sp>
        <p:nvSpPr>
          <p:cNvPr id="12" name="Text Placeholder 11">
            <a:extLst>
              <a:ext uri="{FF2B5EF4-FFF2-40B4-BE49-F238E27FC236}">
                <a16:creationId xmlns:a16="http://schemas.microsoft.com/office/drawing/2014/main" id="{0211D9B6-D08B-7F17-20D8-B3830C31B107}"/>
              </a:ext>
            </a:extLst>
          </p:cNvPr>
          <p:cNvSpPr>
            <a:spLocks noGrp="1"/>
          </p:cNvSpPr>
          <p:nvPr>
            <p:ph type="body" sz="quarter" idx="13" hasCustomPrompt="1"/>
          </p:nvPr>
        </p:nvSpPr>
        <p:spPr>
          <a:xfrm>
            <a:off x="8830175" y="1304986"/>
            <a:ext cx="1164167" cy="257117"/>
          </a:xfrm>
          <a:prstGeom prst="rect">
            <a:avLst/>
          </a:prstGeom>
        </p:spPr>
        <p:txBody>
          <a:bodyPr lIns="0"/>
          <a:lstStyle>
            <a:lvl1pPr marL="0" indent="0">
              <a:buNone/>
              <a:defRPr sz="1013" b="1">
                <a:solidFill>
                  <a:schemeClr val="accent2"/>
                </a:solidFill>
                <a:latin typeface="SoDo Sans" pitchFamily="2" charset="77"/>
                <a:ea typeface="SoDo Sans" pitchFamily="2" charset="77"/>
              </a:defRPr>
            </a:lvl1pPr>
          </a:lstStyle>
          <a:p>
            <a:pPr lvl="0"/>
            <a:r>
              <a:rPr lang="en-US"/>
              <a:t>Timeline</a:t>
            </a:r>
          </a:p>
        </p:txBody>
      </p:sp>
      <p:pic>
        <p:nvPicPr>
          <p:cNvPr id="2" name="Line 9" descr="preencoded.png">
            <a:extLst>
              <a:ext uri="{FF2B5EF4-FFF2-40B4-BE49-F238E27FC236}">
                <a16:creationId xmlns:a16="http://schemas.microsoft.com/office/drawing/2014/main" id="{DE824F86-3DB6-80A1-E92E-B46F2AFFF42E}"/>
              </a:ext>
            </a:extLst>
          </p:cNvPr>
          <p:cNvPicPr>
            <a:picLocks noChangeAspect="1"/>
          </p:cNvPicPr>
          <p:nvPr userDrawn="1"/>
        </p:nvPicPr>
        <p:blipFill>
          <a:blip r:embed="rId2"/>
          <a:srcRect/>
          <a:stretch/>
        </p:blipFill>
        <p:spPr>
          <a:xfrm>
            <a:off x="8102600" y="666752"/>
            <a:ext cx="9525" cy="5607050"/>
          </a:xfrm>
          <a:prstGeom prst="rect">
            <a:avLst/>
          </a:prstGeom>
        </p:spPr>
      </p:pic>
      <p:sp>
        <p:nvSpPr>
          <p:cNvPr id="9" name="Text Placeholder 8">
            <a:extLst>
              <a:ext uri="{FF2B5EF4-FFF2-40B4-BE49-F238E27FC236}">
                <a16:creationId xmlns:a16="http://schemas.microsoft.com/office/drawing/2014/main" id="{FB3B8496-CE67-AD38-E66A-FE9716599D53}"/>
              </a:ext>
            </a:extLst>
          </p:cNvPr>
          <p:cNvSpPr>
            <a:spLocks noGrp="1"/>
          </p:cNvSpPr>
          <p:nvPr>
            <p:ph type="body" sz="quarter" idx="12" hasCustomPrompt="1"/>
          </p:nvPr>
        </p:nvSpPr>
        <p:spPr>
          <a:xfrm>
            <a:off x="443304" y="1562102"/>
            <a:ext cx="4089400" cy="577850"/>
          </a:xfrm>
          <a:prstGeom prst="rect">
            <a:avLst/>
          </a:prstGeom>
        </p:spPr>
        <p:txBody>
          <a:bodyPr lIns="0"/>
          <a:lstStyle>
            <a:lvl1pPr marL="0" indent="0">
              <a:buNone/>
              <a:defRPr sz="1500">
                <a:solidFill>
                  <a:schemeClr val="accent2"/>
                </a:solidFill>
                <a:latin typeface="SoDo Sans" pitchFamily="2" charset="77"/>
                <a:ea typeface="SoDo Sans" pitchFamily="2" charset="77"/>
              </a:defRPr>
            </a:lvl1pPr>
          </a:lstStyle>
          <a:p>
            <a:pPr lvl="0"/>
            <a:r>
              <a:rPr lang="en-US"/>
              <a:t>Secondary line can go here. </a:t>
            </a:r>
          </a:p>
        </p:txBody>
      </p:sp>
      <p:sp>
        <p:nvSpPr>
          <p:cNvPr id="6" name="Text Placeholder 5">
            <a:extLst>
              <a:ext uri="{FF2B5EF4-FFF2-40B4-BE49-F238E27FC236}">
                <a16:creationId xmlns:a16="http://schemas.microsoft.com/office/drawing/2014/main" id="{54F8F5E0-A68A-5109-A829-9D568CD36456}"/>
              </a:ext>
            </a:extLst>
          </p:cNvPr>
          <p:cNvSpPr>
            <a:spLocks noGrp="1"/>
          </p:cNvSpPr>
          <p:nvPr>
            <p:ph type="body" sz="quarter" idx="11" hasCustomPrompt="1"/>
          </p:nvPr>
        </p:nvSpPr>
        <p:spPr>
          <a:xfrm>
            <a:off x="443304" y="895352"/>
            <a:ext cx="4361392" cy="577850"/>
          </a:xfrm>
          <a:prstGeom prst="rect">
            <a:avLst/>
          </a:prstGeom>
        </p:spPr>
        <p:txBody>
          <a:bodyPr lIns="0"/>
          <a:lstStyle>
            <a:lvl1pPr marL="0" indent="0">
              <a:buNone/>
              <a:defRPr sz="3199" b="1">
                <a:solidFill>
                  <a:schemeClr val="accent2"/>
                </a:solidFill>
                <a:latin typeface="SoDo Sans" pitchFamily="2" charset="77"/>
                <a:ea typeface="SoDo Sans" pitchFamily="2" charset="77"/>
              </a:defRPr>
            </a:lvl1pPr>
          </a:lstStyle>
          <a:p>
            <a:pPr lvl="0"/>
            <a:r>
              <a:rPr lang="en-US"/>
              <a:t>Headline Goes Here</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1829746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re Slide - Text + Image (Pre-Roast)">
    <p:spTree>
      <p:nvGrpSpPr>
        <p:cNvPr id="1" name=""/>
        <p:cNvGrpSpPr/>
        <p:nvPr/>
      </p:nvGrpSpPr>
      <p:grpSpPr>
        <a:xfrm>
          <a:off x="0" y="0"/>
          <a:ext cx="0" cy="0"/>
          <a:chOff x="0" y="0"/>
          <a:chExt cx="0" cy="0"/>
        </a:xfrm>
      </p:grpSpPr>
      <p:pic>
        <p:nvPicPr>
          <p:cNvPr id="8" name="Rectangle 309825" descr="preencoded.png">
            <a:extLst>
              <a:ext uri="{FF2B5EF4-FFF2-40B4-BE49-F238E27FC236}">
                <a16:creationId xmlns:a16="http://schemas.microsoft.com/office/drawing/2014/main" id="{C82CADE1-8393-26E8-D80B-C089A380168E}"/>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0" y="671031"/>
            <a:ext cx="6096000" cy="5600700"/>
          </a:xfrm>
          <a:prstGeom prst="rect">
            <a:avLst/>
          </a:prstGeom>
        </p:spPr>
      </p:pic>
      <p:sp>
        <p:nvSpPr>
          <p:cNvPr id="2" name="2025 Starbucks Coffee Company CONFIDENTIALFOR STARBUCKS BUSINESS PURPOSES ONLY">
            <a:extLst>
              <a:ext uri="{FF2B5EF4-FFF2-40B4-BE49-F238E27FC236}">
                <a16:creationId xmlns:a16="http://schemas.microsoft.com/office/drawing/2014/main" id="{98F10EBA-7DEB-D57E-C843-F91568E8422B}"/>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7" name="Picture Placeholder 10">
            <a:extLst>
              <a:ext uri="{FF2B5EF4-FFF2-40B4-BE49-F238E27FC236}">
                <a16:creationId xmlns:a16="http://schemas.microsoft.com/office/drawing/2014/main" id="{C724C3AD-791F-E5F3-7406-E09D7490D6FA}"/>
              </a:ext>
            </a:extLst>
          </p:cNvPr>
          <p:cNvSpPr>
            <a:spLocks noGrp="1"/>
          </p:cNvSpPr>
          <p:nvPr>
            <p:ph type="pic" sz="quarter" idx="16" hasCustomPrompt="1"/>
          </p:nvPr>
        </p:nvSpPr>
        <p:spPr>
          <a:xfrm>
            <a:off x="6096000" y="671031"/>
            <a:ext cx="6096000" cy="5600700"/>
          </a:xfrm>
          <a:prstGeom prst="rect">
            <a:avLst/>
          </a:prstGeom>
          <a:solidFill>
            <a:schemeClr val="bg2">
              <a:lumMod val="90000"/>
            </a:schemeClr>
          </a:solidFill>
        </p:spPr>
        <p:txBody>
          <a:bodyPr lIns="3931920" tIns="1737360"/>
          <a:lstStyle>
            <a:lvl1pPr marL="0" indent="0">
              <a:buNone/>
              <a:defRPr>
                <a:solidFill>
                  <a:schemeClr val="accent2"/>
                </a:solidFill>
                <a:latin typeface="SoDo Sans" pitchFamily="2" charset="77"/>
                <a:ea typeface="SoDo Sans" pitchFamily="2" charset="77"/>
              </a:defRPr>
            </a:lvl1pPr>
          </a:lstStyle>
          <a:p>
            <a:r>
              <a:rPr lang="en-US"/>
              <a:t>Click to Add Image</a:t>
            </a:r>
          </a:p>
        </p:txBody>
      </p:sp>
      <p:sp>
        <p:nvSpPr>
          <p:cNvPr id="14" name="Text Placeholder 11">
            <a:extLst>
              <a:ext uri="{FF2B5EF4-FFF2-40B4-BE49-F238E27FC236}">
                <a16:creationId xmlns:a16="http://schemas.microsoft.com/office/drawing/2014/main" id="{EE82A397-74B5-4BFA-3F83-7A403569A950}"/>
              </a:ext>
            </a:extLst>
          </p:cNvPr>
          <p:cNvSpPr>
            <a:spLocks noGrp="1"/>
          </p:cNvSpPr>
          <p:nvPr>
            <p:ph type="body" sz="quarter" idx="14" hasCustomPrompt="1"/>
          </p:nvPr>
        </p:nvSpPr>
        <p:spPr>
          <a:xfrm>
            <a:off x="730174" y="2994093"/>
            <a:ext cx="3985261" cy="2346677"/>
          </a:xfrm>
          <a:prstGeom prst="rect">
            <a:avLst/>
          </a:prstGeom>
        </p:spPr>
        <p:txBody>
          <a:bodyPr lIns="0"/>
          <a:lstStyle>
            <a:lvl1pPr marL="0" indent="0">
              <a:lnSpc>
                <a:spcPts val="1366"/>
              </a:lnSpc>
              <a:buNone/>
              <a:defRPr sz="1200">
                <a:solidFill>
                  <a:schemeClr val="accent2"/>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voluptae</a:t>
            </a:r>
            <a:r>
              <a:rPr lang="en-US"/>
              <a:t> </a:t>
            </a:r>
            <a:r>
              <a:rPr lang="en-US" err="1"/>
              <a:t>velit</a:t>
            </a:r>
            <a:r>
              <a:rPr lang="en-US"/>
              <a:t> </a:t>
            </a:r>
            <a:r>
              <a:rPr lang="en-US" err="1"/>
              <a:t>esse</a:t>
            </a:r>
            <a:r>
              <a:rPr lang="en-US"/>
              <a:t> </a:t>
            </a:r>
            <a:r>
              <a:rPr lang="en-US" err="1"/>
              <a:t>cillum</a:t>
            </a:r>
            <a:r>
              <a:rPr lang="en-US"/>
              <a:t> dolore. </a:t>
            </a: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a:t>
            </a:r>
          </a:p>
        </p:txBody>
      </p:sp>
      <p:sp>
        <p:nvSpPr>
          <p:cNvPr id="9" name="Text Placeholder 8">
            <a:extLst>
              <a:ext uri="{FF2B5EF4-FFF2-40B4-BE49-F238E27FC236}">
                <a16:creationId xmlns:a16="http://schemas.microsoft.com/office/drawing/2014/main" id="{FB3B8496-CE67-AD38-E66A-FE9716599D53}"/>
              </a:ext>
            </a:extLst>
          </p:cNvPr>
          <p:cNvSpPr>
            <a:spLocks noGrp="1"/>
          </p:cNvSpPr>
          <p:nvPr>
            <p:ph type="body" sz="quarter" idx="12" hasCustomPrompt="1"/>
          </p:nvPr>
        </p:nvSpPr>
        <p:spPr>
          <a:xfrm>
            <a:off x="734360" y="2501952"/>
            <a:ext cx="4089400" cy="336939"/>
          </a:xfrm>
          <a:prstGeom prst="rect">
            <a:avLst/>
          </a:prstGeom>
        </p:spPr>
        <p:txBody>
          <a:bodyPr lIns="0"/>
          <a:lstStyle>
            <a:lvl1pPr marL="0" indent="0">
              <a:buNone/>
              <a:defRPr sz="1500">
                <a:solidFill>
                  <a:schemeClr val="accent2"/>
                </a:solidFill>
                <a:latin typeface="SoDo Sans" pitchFamily="2" charset="77"/>
                <a:ea typeface="SoDo Sans" pitchFamily="2" charset="77"/>
              </a:defRPr>
            </a:lvl1pPr>
          </a:lstStyle>
          <a:p>
            <a:pPr lvl="0"/>
            <a:r>
              <a:rPr lang="en-US"/>
              <a:t>Secondary line can go here. </a:t>
            </a:r>
          </a:p>
        </p:txBody>
      </p:sp>
      <p:sp>
        <p:nvSpPr>
          <p:cNvPr id="6" name="Text Placeholder 5">
            <a:extLst>
              <a:ext uri="{FF2B5EF4-FFF2-40B4-BE49-F238E27FC236}">
                <a16:creationId xmlns:a16="http://schemas.microsoft.com/office/drawing/2014/main" id="{54F8F5E0-A68A-5109-A829-9D568CD36456}"/>
              </a:ext>
            </a:extLst>
          </p:cNvPr>
          <p:cNvSpPr>
            <a:spLocks noGrp="1"/>
          </p:cNvSpPr>
          <p:nvPr>
            <p:ph type="body" sz="quarter" idx="11" hasCustomPrompt="1"/>
          </p:nvPr>
        </p:nvSpPr>
        <p:spPr>
          <a:xfrm>
            <a:off x="730176" y="1819715"/>
            <a:ext cx="4245834" cy="577850"/>
          </a:xfrm>
          <a:prstGeom prst="rect">
            <a:avLst/>
          </a:prstGeom>
        </p:spPr>
        <p:txBody>
          <a:bodyPr lIns="0"/>
          <a:lstStyle>
            <a:lvl1pPr marL="0" indent="0">
              <a:buNone/>
              <a:defRPr sz="3199" b="1">
                <a:solidFill>
                  <a:schemeClr val="accent2"/>
                </a:solidFill>
                <a:latin typeface="SoDo Sans" pitchFamily="2" charset="77"/>
                <a:ea typeface="SoDo Sans" pitchFamily="2" charset="77"/>
              </a:defRPr>
            </a:lvl1pPr>
          </a:lstStyle>
          <a:p>
            <a:pPr lvl="0"/>
            <a:r>
              <a:rPr lang="en-US"/>
              <a:t>Headline Goes Here</a:t>
            </a:r>
          </a:p>
        </p:txBody>
      </p:sp>
      <p:sp>
        <p:nvSpPr>
          <p:cNvPr id="3" name="Text Placeholder 11">
            <a:extLst>
              <a:ext uri="{FF2B5EF4-FFF2-40B4-BE49-F238E27FC236}">
                <a16:creationId xmlns:a16="http://schemas.microsoft.com/office/drawing/2014/main" id="{B7C3A2A6-C11B-F1F1-A22A-BD75312E75F7}"/>
              </a:ext>
            </a:extLst>
          </p:cNvPr>
          <p:cNvSpPr>
            <a:spLocks noGrp="1"/>
          </p:cNvSpPr>
          <p:nvPr>
            <p:ph type="body" sz="quarter" idx="13"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3146346737"/>
      </p:ext>
    </p:extLst>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re Slide - Text + Image (Coffee Leaf)">
    <p:spTree>
      <p:nvGrpSpPr>
        <p:cNvPr id="1" name=""/>
        <p:cNvGrpSpPr/>
        <p:nvPr/>
      </p:nvGrpSpPr>
      <p:grpSpPr>
        <a:xfrm>
          <a:off x="0" y="0"/>
          <a:ext cx="0" cy="0"/>
          <a:chOff x="0" y="0"/>
          <a:chExt cx="0" cy="0"/>
        </a:xfrm>
      </p:grpSpPr>
      <p:sp>
        <p:nvSpPr>
          <p:cNvPr id="3" name="2025 Starbucks Coffee Company CONFIDENTIALFOR STARBUCKS BUSINESS PURPOSES ONLY">
            <a:extLst>
              <a:ext uri="{FF2B5EF4-FFF2-40B4-BE49-F238E27FC236}">
                <a16:creationId xmlns:a16="http://schemas.microsoft.com/office/drawing/2014/main" id="{AB0933EC-1DF9-E188-14D3-1C127D451405}"/>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5" name="Text Placeholder 11">
            <a:extLst>
              <a:ext uri="{FF2B5EF4-FFF2-40B4-BE49-F238E27FC236}">
                <a16:creationId xmlns:a16="http://schemas.microsoft.com/office/drawing/2014/main" id="{315265E7-AAF5-AB5D-CA2C-8B98734E93A0}"/>
              </a:ext>
            </a:extLst>
          </p:cNvPr>
          <p:cNvSpPr>
            <a:spLocks noGrp="1"/>
          </p:cNvSpPr>
          <p:nvPr>
            <p:ph type="body" sz="quarter" idx="13"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11" name="Picture Placeholder 10">
            <a:extLst>
              <a:ext uri="{FF2B5EF4-FFF2-40B4-BE49-F238E27FC236}">
                <a16:creationId xmlns:a16="http://schemas.microsoft.com/office/drawing/2014/main" id="{DCFF9128-46E9-FD22-D135-38CE0A436FEA}"/>
              </a:ext>
            </a:extLst>
          </p:cNvPr>
          <p:cNvSpPr>
            <a:spLocks noGrp="1"/>
          </p:cNvSpPr>
          <p:nvPr>
            <p:ph type="pic" sz="quarter" idx="16" hasCustomPrompt="1"/>
          </p:nvPr>
        </p:nvSpPr>
        <p:spPr>
          <a:xfrm>
            <a:off x="6096000" y="671031"/>
            <a:ext cx="6096000" cy="5600700"/>
          </a:xfrm>
          <a:prstGeom prst="rect">
            <a:avLst/>
          </a:prstGeom>
          <a:solidFill>
            <a:schemeClr val="bg2">
              <a:lumMod val="90000"/>
            </a:schemeClr>
          </a:solidFill>
        </p:spPr>
        <p:txBody>
          <a:bodyPr lIns="3931920" tIns="1737360"/>
          <a:lstStyle>
            <a:lvl1pPr marL="0" indent="0">
              <a:buNone/>
              <a:defRPr>
                <a:solidFill>
                  <a:schemeClr val="accent2"/>
                </a:solidFill>
                <a:latin typeface="SoDo Sans" pitchFamily="2" charset="77"/>
                <a:ea typeface="SoDo Sans" pitchFamily="2" charset="77"/>
              </a:defRPr>
            </a:lvl1pPr>
          </a:lstStyle>
          <a:p>
            <a:r>
              <a:rPr lang="en-US"/>
              <a:t>Click to Add Image</a:t>
            </a:r>
          </a:p>
        </p:txBody>
      </p:sp>
      <p:pic>
        <p:nvPicPr>
          <p:cNvPr id="8" name="Rectangle 309825" descr="preencoded.png">
            <a:extLst>
              <a:ext uri="{FF2B5EF4-FFF2-40B4-BE49-F238E27FC236}">
                <a16:creationId xmlns:a16="http://schemas.microsoft.com/office/drawing/2014/main" id="{C82CADE1-8393-26E8-D80B-C089A380168E}"/>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0" y="671031"/>
            <a:ext cx="6096000" cy="5600700"/>
          </a:xfrm>
          <a:prstGeom prst="rect">
            <a:avLst/>
          </a:prstGeom>
        </p:spPr>
      </p:pic>
      <p:sp>
        <p:nvSpPr>
          <p:cNvPr id="14" name="Text Placeholder 11">
            <a:extLst>
              <a:ext uri="{FF2B5EF4-FFF2-40B4-BE49-F238E27FC236}">
                <a16:creationId xmlns:a16="http://schemas.microsoft.com/office/drawing/2014/main" id="{EE82A397-74B5-4BFA-3F83-7A403569A950}"/>
              </a:ext>
            </a:extLst>
          </p:cNvPr>
          <p:cNvSpPr>
            <a:spLocks noGrp="1"/>
          </p:cNvSpPr>
          <p:nvPr>
            <p:ph type="body" sz="quarter" idx="14" hasCustomPrompt="1"/>
          </p:nvPr>
        </p:nvSpPr>
        <p:spPr>
          <a:xfrm>
            <a:off x="730174" y="2994093"/>
            <a:ext cx="3985261" cy="2346677"/>
          </a:xfrm>
          <a:prstGeom prst="rect">
            <a:avLst/>
          </a:prstGeom>
        </p:spPr>
        <p:txBody>
          <a:bodyPr lIns="0"/>
          <a:lstStyle>
            <a:lvl1pPr marL="0" indent="0">
              <a:lnSpc>
                <a:spcPts val="1366"/>
              </a:lnSpc>
              <a:buNone/>
              <a:defRPr sz="1200">
                <a:solidFill>
                  <a:schemeClr val="accent4"/>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voluptae</a:t>
            </a:r>
            <a:r>
              <a:rPr lang="en-US"/>
              <a:t> </a:t>
            </a:r>
            <a:r>
              <a:rPr lang="en-US" err="1"/>
              <a:t>velit</a:t>
            </a:r>
            <a:r>
              <a:rPr lang="en-US"/>
              <a:t> </a:t>
            </a:r>
            <a:r>
              <a:rPr lang="en-US" err="1"/>
              <a:t>esse</a:t>
            </a:r>
            <a:r>
              <a:rPr lang="en-US"/>
              <a:t> </a:t>
            </a:r>
            <a:r>
              <a:rPr lang="en-US" err="1"/>
              <a:t>cillum</a:t>
            </a:r>
            <a:r>
              <a:rPr lang="en-US"/>
              <a:t> dolore. </a:t>
            </a: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a:t>
            </a:r>
          </a:p>
        </p:txBody>
      </p:sp>
      <p:sp>
        <p:nvSpPr>
          <p:cNvPr id="9" name="Text Placeholder 8">
            <a:extLst>
              <a:ext uri="{FF2B5EF4-FFF2-40B4-BE49-F238E27FC236}">
                <a16:creationId xmlns:a16="http://schemas.microsoft.com/office/drawing/2014/main" id="{FB3B8496-CE67-AD38-E66A-FE9716599D53}"/>
              </a:ext>
            </a:extLst>
          </p:cNvPr>
          <p:cNvSpPr>
            <a:spLocks noGrp="1"/>
          </p:cNvSpPr>
          <p:nvPr>
            <p:ph type="body" sz="quarter" idx="12" hasCustomPrompt="1"/>
          </p:nvPr>
        </p:nvSpPr>
        <p:spPr>
          <a:xfrm>
            <a:off x="734360" y="2501952"/>
            <a:ext cx="4089400" cy="336939"/>
          </a:xfrm>
          <a:prstGeom prst="rect">
            <a:avLst/>
          </a:prstGeom>
        </p:spPr>
        <p:txBody>
          <a:bodyPr lIns="0"/>
          <a:lstStyle>
            <a:lvl1pPr marL="0" indent="0">
              <a:buNone/>
              <a:defRPr sz="1500">
                <a:solidFill>
                  <a:schemeClr val="accent4"/>
                </a:solidFill>
                <a:latin typeface="SoDo Sans" pitchFamily="2" charset="77"/>
                <a:ea typeface="SoDo Sans" pitchFamily="2" charset="77"/>
              </a:defRPr>
            </a:lvl1pPr>
          </a:lstStyle>
          <a:p>
            <a:pPr lvl="0"/>
            <a:r>
              <a:rPr lang="en-US"/>
              <a:t>Secondary line can go here. </a:t>
            </a:r>
          </a:p>
        </p:txBody>
      </p:sp>
      <p:sp>
        <p:nvSpPr>
          <p:cNvPr id="6" name="Text Placeholder 5">
            <a:extLst>
              <a:ext uri="{FF2B5EF4-FFF2-40B4-BE49-F238E27FC236}">
                <a16:creationId xmlns:a16="http://schemas.microsoft.com/office/drawing/2014/main" id="{54F8F5E0-A68A-5109-A829-9D568CD36456}"/>
              </a:ext>
            </a:extLst>
          </p:cNvPr>
          <p:cNvSpPr>
            <a:spLocks noGrp="1"/>
          </p:cNvSpPr>
          <p:nvPr>
            <p:ph type="body" sz="quarter" idx="11" hasCustomPrompt="1"/>
          </p:nvPr>
        </p:nvSpPr>
        <p:spPr>
          <a:xfrm>
            <a:off x="730176" y="1819715"/>
            <a:ext cx="4245834" cy="577850"/>
          </a:xfrm>
          <a:prstGeom prst="rect">
            <a:avLst/>
          </a:prstGeom>
        </p:spPr>
        <p:txBody>
          <a:bodyPr lIns="0"/>
          <a:lstStyle>
            <a:lvl1pPr marL="0" indent="0">
              <a:buNone/>
              <a:defRPr sz="3199" b="1">
                <a:solidFill>
                  <a:schemeClr val="accent4"/>
                </a:solidFill>
                <a:latin typeface="SoDo Sans" pitchFamily="2" charset="77"/>
                <a:ea typeface="SoDo Sans" pitchFamily="2" charset="77"/>
              </a:defRPr>
            </a:lvl1pPr>
          </a:lstStyle>
          <a:p>
            <a:pPr lvl="0"/>
            <a:r>
              <a:rPr lang="en-US"/>
              <a:t>Headline Goes Here</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2529608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re Slide - Text + Image (Brand Green)">
    <p:spTree>
      <p:nvGrpSpPr>
        <p:cNvPr id="1" name=""/>
        <p:cNvGrpSpPr/>
        <p:nvPr/>
      </p:nvGrpSpPr>
      <p:grpSpPr>
        <a:xfrm>
          <a:off x="0" y="0"/>
          <a:ext cx="0" cy="0"/>
          <a:chOff x="0" y="0"/>
          <a:chExt cx="0" cy="0"/>
        </a:xfrm>
      </p:grpSpPr>
      <p:sp>
        <p:nvSpPr>
          <p:cNvPr id="3" name="2025 Starbucks Coffee Company CONFIDENTIALFOR STARBUCKS BUSINESS PURPOSES ONLY">
            <a:extLst>
              <a:ext uri="{FF2B5EF4-FFF2-40B4-BE49-F238E27FC236}">
                <a16:creationId xmlns:a16="http://schemas.microsoft.com/office/drawing/2014/main" id="{E8C31C43-D2B5-D172-BCA9-957234086201}"/>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5" name="Text Placeholder 11">
            <a:extLst>
              <a:ext uri="{FF2B5EF4-FFF2-40B4-BE49-F238E27FC236}">
                <a16:creationId xmlns:a16="http://schemas.microsoft.com/office/drawing/2014/main" id="{F0168F36-3611-6EB6-D27E-52736A600178}"/>
              </a:ext>
            </a:extLst>
          </p:cNvPr>
          <p:cNvSpPr>
            <a:spLocks noGrp="1"/>
          </p:cNvSpPr>
          <p:nvPr>
            <p:ph type="body" sz="quarter" idx="13"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11" name="Picture Placeholder 10">
            <a:extLst>
              <a:ext uri="{FF2B5EF4-FFF2-40B4-BE49-F238E27FC236}">
                <a16:creationId xmlns:a16="http://schemas.microsoft.com/office/drawing/2014/main" id="{6630E816-555D-8576-E11B-2808F768CB5C}"/>
              </a:ext>
            </a:extLst>
          </p:cNvPr>
          <p:cNvSpPr>
            <a:spLocks noGrp="1"/>
          </p:cNvSpPr>
          <p:nvPr>
            <p:ph type="pic" sz="quarter" idx="16" hasCustomPrompt="1"/>
          </p:nvPr>
        </p:nvSpPr>
        <p:spPr>
          <a:xfrm>
            <a:off x="6096000" y="671031"/>
            <a:ext cx="6096000" cy="5600700"/>
          </a:xfrm>
          <a:prstGeom prst="rect">
            <a:avLst/>
          </a:prstGeom>
          <a:solidFill>
            <a:schemeClr val="bg2">
              <a:lumMod val="90000"/>
            </a:schemeClr>
          </a:solidFill>
        </p:spPr>
        <p:txBody>
          <a:bodyPr lIns="3931920" tIns="1737360"/>
          <a:lstStyle>
            <a:lvl1pPr marL="0" indent="0">
              <a:buNone/>
              <a:defRPr>
                <a:solidFill>
                  <a:schemeClr val="accent2"/>
                </a:solidFill>
                <a:latin typeface="SoDo Sans" pitchFamily="2" charset="77"/>
                <a:ea typeface="SoDo Sans" pitchFamily="2" charset="77"/>
              </a:defRPr>
            </a:lvl1pPr>
          </a:lstStyle>
          <a:p>
            <a:r>
              <a:rPr lang="en-US"/>
              <a:t>Click to Add Image</a:t>
            </a:r>
          </a:p>
        </p:txBody>
      </p:sp>
      <p:pic>
        <p:nvPicPr>
          <p:cNvPr id="8" name="Rectangle 309825" descr="preencoded.png">
            <a:extLst>
              <a:ext uri="{FF2B5EF4-FFF2-40B4-BE49-F238E27FC236}">
                <a16:creationId xmlns:a16="http://schemas.microsoft.com/office/drawing/2014/main" id="{C82CADE1-8393-26E8-D80B-C089A380168E}"/>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0" y="671031"/>
            <a:ext cx="6096000" cy="5600700"/>
          </a:xfrm>
          <a:prstGeom prst="rect">
            <a:avLst/>
          </a:prstGeom>
        </p:spPr>
      </p:pic>
      <p:sp>
        <p:nvSpPr>
          <p:cNvPr id="14" name="Text Placeholder 11">
            <a:extLst>
              <a:ext uri="{FF2B5EF4-FFF2-40B4-BE49-F238E27FC236}">
                <a16:creationId xmlns:a16="http://schemas.microsoft.com/office/drawing/2014/main" id="{EE82A397-74B5-4BFA-3F83-7A403569A950}"/>
              </a:ext>
            </a:extLst>
          </p:cNvPr>
          <p:cNvSpPr>
            <a:spLocks noGrp="1"/>
          </p:cNvSpPr>
          <p:nvPr>
            <p:ph type="body" sz="quarter" idx="14" hasCustomPrompt="1"/>
          </p:nvPr>
        </p:nvSpPr>
        <p:spPr>
          <a:xfrm>
            <a:off x="730174" y="2994093"/>
            <a:ext cx="3985261" cy="2346677"/>
          </a:xfrm>
          <a:prstGeom prst="rect">
            <a:avLst/>
          </a:prstGeom>
        </p:spPr>
        <p:txBody>
          <a:bodyPr lIns="0"/>
          <a:lstStyle>
            <a:lvl1pPr marL="0" indent="0">
              <a:lnSpc>
                <a:spcPts val="1366"/>
              </a:lnSpc>
              <a:buNone/>
              <a:defRPr sz="1200">
                <a:solidFill>
                  <a:schemeClr val="accent4"/>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voluptae</a:t>
            </a:r>
            <a:r>
              <a:rPr lang="en-US"/>
              <a:t> </a:t>
            </a:r>
            <a:r>
              <a:rPr lang="en-US" err="1"/>
              <a:t>velit</a:t>
            </a:r>
            <a:r>
              <a:rPr lang="en-US"/>
              <a:t> </a:t>
            </a:r>
            <a:r>
              <a:rPr lang="en-US" err="1"/>
              <a:t>esse</a:t>
            </a:r>
            <a:r>
              <a:rPr lang="en-US"/>
              <a:t> </a:t>
            </a:r>
            <a:r>
              <a:rPr lang="en-US" err="1"/>
              <a:t>cillum</a:t>
            </a:r>
            <a:r>
              <a:rPr lang="en-US"/>
              <a:t> dolore. </a:t>
            </a: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a:t>
            </a:r>
          </a:p>
        </p:txBody>
      </p:sp>
      <p:sp>
        <p:nvSpPr>
          <p:cNvPr id="9" name="Text Placeholder 8">
            <a:extLst>
              <a:ext uri="{FF2B5EF4-FFF2-40B4-BE49-F238E27FC236}">
                <a16:creationId xmlns:a16="http://schemas.microsoft.com/office/drawing/2014/main" id="{FB3B8496-CE67-AD38-E66A-FE9716599D53}"/>
              </a:ext>
            </a:extLst>
          </p:cNvPr>
          <p:cNvSpPr>
            <a:spLocks noGrp="1"/>
          </p:cNvSpPr>
          <p:nvPr>
            <p:ph type="body" sz="quarter" idx="12" hasCustomPrompt="1"/>
          </p:nvPr>
        </p:nvSpPr>
        <p:spPr>
          <a:xfrm>
            <a:off x="734360" y="2501952"/>
            <a:ext cx="4089400" cy="336939"/>
          </a:xfrm>
          <a:prstGeom prst="rect">
            <a:avLst/>
          </a:prstGeom>
        </p:spPr>
        <p:txBody>
          <a:bodyPr lIns="0"/>
          <a:lstStyle>
            <a:lvl1pPr marL="0" indent="0">
              <a:buNone/>
              <a:defRPr sz="1500">
                <a:solidFill>
                  <a:schemeClr val="accent4"/>
                </a:solidFill>
                <a:latin typeface="SoDo Sans" pitchFamily="2" charset="77"/>
                <a:ea typeface="SoDo Sans" pitchFamily="2" charset="77"/>
              </a:defRPr>
            </a:lvl1pPr>
          </a:lstStyle>
          <a:p>
            <a:pPr lvl="0"/>
            <a:r>
              <a:rPr lang="en-US"/>
              <a:t>Secondary line can go here. </a:t>
            </a:r>
          </a:p>
        </p:txBody>
      </p:sp>
      <p:sp>
        <p:nvSpPr>
          <p:cNvPr id="6" name="Text Placeholder 5">
            <a:extLst>
              <a:ext uri="{FF2B5EF4-FFF2-40B4-BE49-F238E27FC236}">
                <a16:creationId xmlns:a16="http://schemas.microsoft.com/office/drawing/2014/main" id="{54F8F5E0-A68A-5109-A829-9D568CD36456}"/>
              </a:ext>
            </a:extLst>
          </p:cNvPr>
          <p:cNvSpPr>
            <a:spLocks noGrp="1"/>
          </p:cNvSpPr>
          <p:nvPr>
            <p:ph type="body" sz="quarter" idx="11" hasCustomPrompt="1"/>
          </p:nvPr>
        </p:nvSpPr>
        <p:spPr>
          <a:xfrm>
            <a:off x="730176" y="1819715"/>
            <a:ext cx="4245834" cy="577850"/>
          </a:xfrm>
          <a:prstGeom prst="rect">
            <a:avLst/>
          </a:prstGeom>
        </p:spPr>
        <p:txBody>
          <a:bodyPr lIns="0"/>
          <a:lstStyle>
            <a:lvl1pPr marL="0" indent="0">
              <a:buNone/>
              <a:defRPr sz="3199" b="1">
                <a:solidFill>
                  <a:schemeClr val="accent4"/>
                </a:solidFill>
                <a:latin typeface="SoDo Sans" pitchFamily="2" charset="77"/>
                <a:ea typeface="SoDo Sans" pitchFamily="2" charset="77"/>
              </a:defRPr>
            </a:lvl1pPr>
          </a:lstStyle>
          <a:p>
            <a:pPr lvl="0"/>
            <a:r>
              <a:rPr lang="en-US"/>
              <a:t>Headline Goes Here</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32545671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re Slide - Headline + Collage">
    <p:spTree>
      <p:nvGrpSpPr>
        <p:cNvPr id="1" name=""/>
        <p:cNvGrpSpPr/>
        <p:nvPr/>
      </p:nvGrpSpPr>
      <p:grpSpPr>
        <a:xfrm>
          <a:off x="0" y="0"/>
          <a:ext cx="0" cy="0"/>
          <a:chOff x="0" y="0"/>
          <a:chExt cx="0" cy="0"/>
        </a:xfrm>
      </p:grpSpPr>
      <p:sp>
        <p:nvSpPr>
          <p:cNvPr id="2" name="2025 Starbucks Coffee Company CONFIDENTIALFOR STARBUCKS BUSINESS PURPOSES ONLY">
            <a:extLst>
              <a:ext uri="{FF2B5EF4-FFF2-40B4-BE49-F238E27FC236}">
                <a16:creationId xmlns:a16="http://schemas.microsoft.com/office/drawing/2014/main" id="{CD948499-17D8-8751-80E8-71612EF77D30}"/>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19" name="Content Placeholder 16">
            <a:extLst>
              <a:ext uri="{FF2B5EF4-FFF2-40B4-BE49-F238E27FC236}">
                <a16:creationId xmlns:a16="http://schemas.microsoft.com/office/drawing/2014/main" id="{70084A83-30A1-0580-FB50-31EDE7934D79}"/>
              </a:ext>
            </a:extLst>
          </p:cNvPr>
          <p:cNvSpPr>
            <a:spLocks noGrp="1"/>
          </p:cNvSpPr>
          <p:nvPr>
            <p:ph sz="quarter" idx="19"/>
          </p:nvPr>
        </p:nvSpPr>
        <p:spPr>
          <a:xfrm>
            <a:off x="9535078" y="3541648"/>
            <a:ext cx="1786973" cy="164465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18" name="Content Placeholder 16">
            <a:extLst>
              <a:ext uri="{FF2B5EF4-FFF2-40B4-BE49-F238E27FC236}">
                <a16:creationId xmlns:a16="http://schemas.microsoft.com/office/drawing/2014/main" id="{2D06F40E-94DA-6FA4-96D0-A217681E92A1}"/>
              </a:ext>
            </a:extLst>
          </p:cNvPr>
          <p:cNvSpPr>
            <a:spLocks noGrp="1"/>
          </p:cNvSpPr>
          <p:nvPr>
            <p:ph sz="quarter" idx="18"/>
          </p:nvPr>
        </p:nvSpPr>
        <p:spPr>
          <a:xfrm>
            <a:off x="7956553" y="3541646"/>
            <a:ext cx="1454150" cy="1824104"/>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17" name="Content Placeholder 16">
            <a:extLst>
              <a:ext uri="{FF2B5EF4-FFF2-40B4-BE49-F238E27FC236}">
                <a16:creationId xmlns:a16="http://schemas.microsoft.com/office/drawing/2014/main" id="{26CEAB4B-1EC1-7E03-0301-D7FE07FF20FE}"/>
              </a:ext>
            </a:extLst>
          </p:cNvPr>
          <p:cNvSpPr>
            <a:spLocks noGrp="1"/>
          </p:cNvSpPr>
          <p:nvPr>
            <p:ph sz="quarter" idx="17"/>
          </p:nvPr>
        </p:nvSpPr>
        <p:spPr>
          <a:xfrm>
            <a:off x="6096000" y="3541646"/>
            <a:ext cx="1736173" cy="1824104"/>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20" name="Content Placeholder 16">
            <a:extLst>
              <a:ext uri="{FF2B5EF4-FFF2-40B4-BE49-F238E27FC236}">
                <a16:creationId xmlns:a16="http://schemas.microsoft.com/office/drawing/2014/main" id="{9104CF3A-B7FF-096D-A92B-CA59270FCF7C}"/>
              </a:ext>
            </a:extLst>
          </p:cNvPr>
          <p:cNvSpPr>
            <a:spLocks noGrp="1"/>
          </p:cNvSpPr>
          <p:nvPr>
            <p:ph sz="quarter" idx="20"/>
          </p:nvPr>
        </p:nvSpPr>
        <p:spPr>
          <a:xfrm>
            <a:off x="9717344" y="1779522"/>
            <a:ext cx="1738057" cy="164465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16" name="Content Placeholder 16">
            <a:extLst>
              <a:ext uri="{FF2B5EF4-FFF2-40B4-BE49-F238E27FC236}">
                <a16:creationId xmlns:a16="http://schemas.microsoft.com/office/drawing/2014/main" id="{00B9CDFF-C2B4-4F2B-F871-8EABC2770691}"/>
              </a:ext>
            </a:extLst>
          </p:cNvPr>
          <p:cNvSpPr>
            <a:spLocks noGrp="1"/>
          </p:cNvSpPr>
          <p:nvPr>
            <p:ph sz="quarter" idx="16"/>
          </p:nvPr>
        </p:nvSpPr>
        <p:spPr>
          <a:xfrm>
            <a:off x="7611398" y="1460500"/>
            <a:ext cx="1987550" cy="196850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15" name="Content Placeholder 16">
            <a:extLst>
              <a:ext uri="{FF2B5EF4-FFF2-40B4-BE49-F238E27FC236}">
                <a16:creationId xmlns:a16="http://schemas.microsoft.com/office/drawing/2014/main" id="{E635456C-82F1-3810-1D5E-D29504827464}"/>
              </a:ext>
            </a:extLst>
          </p:cNvPr>
          <p:cNvSpPr>
            <a:spLocks noGrp="1"/>
          </p:cNvSpPr>
          <p:nvPr>
            <p:ph sz="quarter" idx="15"/>
          </p:nvPr>
        </p:nvSpPr>
        <p:spPr>
          <a:xfrm>
            <a:off x="5854700" y="1907847"/>
            <a:ext cx="1638300" cy="1521154"/>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3" name="Text Placeholder 11">
            <a:extLst>
              <a:ext uri="{FF2B5EF4-FFF2-40B4-BE49-F238E27FC236}">
                <a16:creationId xmlns:a16="http://schemas.microsoft.com/office/drawing/2014/main" id="{90FA6E66-BB1F-5F70-D7A6-A309BC2582D8}"/>
              </a:ext>
            </a:extLst>
          </p:cNvPr>
          <p:cNvSpPr>
            <a:spLocks noGrp="1"/>
          </p:cNvSpPr>
          <p:nvPr>
            <p:ph type="body" sz="quarter" idx="13"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9" name="Text Placeholder 8">
            <a:extLst>
              <a:ext uri="{FF2B5EF4-FFF2-40B4-BE49-F238E27FC236}">
                <a16:creationId xmlns:a16="http://schemas.microsoft.com/office/drawing/2014/main" id="{FB3B8496-CE67-AD38-E66A-FE9716599D53}"/>
              </a:ext>
            </a:extLst>
          </p:cNvPr>
          <p:cNvSpPr>
            <a:spLocks noGrp="1"/>
          </p:cNvSpPr>
          <p:nvPr>
            <p:ph type="body" sz="quarter" idx="12" hasCustomPrompt="1"/>
          </p:nvPr>
        </p:nvSpPr>
        <p:spPr>
          <a:xfrm>
            <a:off x="726639" y="3517902"/>
            <a:ext cx="4407739" cy="577850"/>
          </a:xfrm>
          <a:prstGeom prst="rect">
            <a:avLst/>
          </a:prstGeom>
        </p:spPr>
        <p:txBody>
          <a:bodyPr lIns="0"/>
          <a:lstStyle>
            <a:lvl1pPr marL="0" indent="0">
              <a:buNone/>
              <a:defRPr sz="1500">
                <a:solidFill>
                  <a:schemeClr val="accent2"/>
                </a:solidFill>
                <a:latin typeface="SoDo Sans" pitchFamily="2" charset="77"/>
                <a:ea typeface="SoDo Sans" pitchFamily="2" charset="77"/>
              </a:defRPr>
            </a:lvl1pPr>
          </a:lstStyle>
          <a:p>
            <a:pPr lvl="0"/>
            <a:r>
              <a:rPr lang="en-US"/>
              <a:t>Secondary line can go here. </a:t>
            </a:r>
          </a:p>
        </p:txBody>
      </p:sp>
      <p:sp>
        <p:nvSpPr>
          <p:cNvPr id="6" name="Text Placeholder 5">
            <a:extLst>
              <a:ext uri="{FF2B5EF4-FFF2-40B4-BE49-F238E27FC236}">
                <a16:creationId xmlns:a16="http://schemas.microsoft.com/office/drawing/2014/main" id="{54F8F5E0-A68A-5109-A829-9D568CD36456}"/>
              </a:ext>
            </a:extLst>
          </p:cNvPr>
          <p:cNvSpPr>
            <a:spLocks noGrp="1"/>
          </p:cNvSpPr>
          <p:nvPr>
            <p:ph type="body" sz="quarter" idx="11" hasCustomPrompt="1"/>
          </p:nvPr>
        </p:nvSpPr>
        <p:spPr>
          <a:xfrm>
            <a:off x="726639" y="2851152"/>
            <a:ext cx="4700904" cy="577850"/>
          </a:xfrm>
          <a:prstGeom prst="rect">
            <a:avLst/>
          </a:prstGeom>
        </p:spPr>
        <p:txBody>
          <a:bodyPr lIns="0"/>
          <a:lstStyle>
            <a:lvl1pPr marL="0" indent="0">
              <a:buNone/>
              <a:defRPr sz="3199" b="1">
                <a:solidFill>
                  <a:schemeClr val="accent2"/>
                </a:solidFill>
                <a:latin typeface="SoDo Sans" pitchFamily="2" charset="77"/>
                <a:ea typeface="SoDo Sans" pitchFamily="2" charset="77"/>
              </a:defRPr>
            </a:lvl1pPr>
          </a:lstStyle>
          <a:p>
            <a:pPr lvl="0"/>
            <a:r>
              <a:rPr lang="en-US"/>
              <a:t>Headline Goes Here</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6080242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re Slide - Text + Collage">
    <p:spTree>
      <p:nvGrpSpPr>
        <p:cNvPr id="1" name=""/>
        <p:cNvGrpSpPr/>
        <p:nvPr/>
      </p:nvGrpSpPr>
      <p:grpSpPr>
        <a:xfrm>
          <a:off x="0" y="0"/>
          <a:ext cx="0" cy="0"/>
          <a:chOff x="0" y="0"/>
          <a:chExt cx="0" cy="0"/>
        </a:xfrm>
      </p:grpSpPr>
      <p:sp>
        <p:nvSpPr>
          <p:cNvPr id="2" name="2025 Starbucks Coffee Company CONFIDENTIALFOR STARBUCKS BUSINESS PURPOSES ONLY">
            <a:extLst>
              <a:ext uri="{FF2B5EF4-FFF2-40B4-BE49-F238E27FC236}">
                <a16:creationId xmlns:a16="http://schemas.microsoft.com/office/drawing/2014/main" id="{4718B1A7-9431-1A22-5805-F8E4822EC975}"/>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26" name="Content Placeholder 16">
            <a:extLst>
              <a:ext uri="{FF2B5EF4-FFF2-40B4-BE49-F238E27FC236}">
                <a16:creationId xmlns:a16="http://schemas.microsoft.com/office/drawing/2014/main" id="{F10FB851-5233-0299-00D4-09788CCB2213}"/>
              </a:ext>
            </a:extLst>
          </p:cNvPr>
          <p:cNvSpPr>
            <a:spLocks noGrp="1"/>
          </p:cNvSpPr>
          <p:nvPr>
            <p:ph sz="quarter" idx="22"/>
          </p:nvPr>
        </p:nvSpPr>
        <p:spPr>
          <a:xfrm>
            <a:off x="9718755" y="3447852"/>
            <a:ext cx="1825545" cy="158115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25" name="Content Placeholder 16">
            <a:extLst>
              <a:ext uri="{FF2B5EF4-FFF2-40B4-BE49-F238E27FC236}">
                <a16:creationId xmlns:a16="http://schemas.microsoft.com/office/drawing/2014/main" id="{64E37DE0-1AC5-C422-232C-318D5C8EEBEB}"/>
              </a:ext>
            </a:extLst>
          </p:cNvPr>
          <p:cNvSpPr>
            <a:spLocks noGrp="1"/>
          </p:cNvSpPr>
          <p:nvPr>
            <p:ph sz="quarter" idx="21"/>
          </p:nvPr>
        </p:nvSpPr>
        <p:spPr>
          <a:xfrm>
            <a:off x="8106018" y="3447852"/>
            <a:ext cx="1492250" cy="158115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23" name="Content Placeholder 16">
            <a:extLst>
              <a:ext uri="{FF2B5EF4-FFF2-40B4-BE49-F238E27FC236}">
                <a16:creationId xmlns:a16="http://schemas.microsoft.com/office/drawing/2014/main" id="{07C2F978-9887-B9C1-0A10-D97570284F11}"/>
              </a:ext>
            </a:extLst>
          </p:cNvPr>
          <p:cNvSpPr>
            <a:spLocks noGrp="1"/>
          </p:cNvSpPr>
          <p:nvPr>
            <p:ph sz="quarter" idx="19"/>
          </p:nvPr>
        </p:nvSpPr>
        <p:spPr>
          <a:xfrm>
            <a:off x="6508711" y="4578684"/>
            <a:ext cx="1473239" cy="1104567"/>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22" name="Content Placeholder 16">
            <a:extLst>
              <a:ext uri="{FF2B5EF4-FFF2-40B4-BE49-F238E27FC236}">
                <a16:creationId xmlns:a16="http://schemas.microsoft.com/office/drawing/2014/main" id="{4F87BD48-4B36-3258-D7B9-9C01EE9302E9}"/>
              </a:ext>
            </a:extLst>
          </p:cNvPr>
          <p:cNvSpPr>
            <a:spLocks noGrp="1"/>
          </p:cNvSpPr>
          <p:nvPr>
            <p:ph sz="quarter" idx="18"/>
          </p:nvPr>
        </p:nvSpPr>
        <p:spPr>
          <a:xfrm>
            <a:off x="6508711" y="2925469"/>
            <a:ext cx="1473239" cy="1563981"/>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20" name="Content Placeholder 16">
            <a:extLst>
              <a:ext uri="{FF2B5EF4-FFF2-40B4-BE49-F238E27FC236}">
                <a16:creationId xmlns:a16="http://schemas.microsoft.com/office/drawing/2014/main" id="{D2929852-2157-5C44-1111-DA2A865F767A}"/>
              </a:ext>
            </a:extLst>
          </p:cNvPr>
          <p:cNvSpPr>
            <a:spLocks noGrp="1"/>
          </p:cNvSpPr>
          <p:nvPr>
            <p:ph sz="quarter" idx="16"/>
          </p:nvPr>
        </p:nvSpPr>
        <p:spPr>
          <a:xfrm>
            <a:off x="4559300" y="3463018"/>
            <a:ext cx="1828800" cy="1566183"/>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27" name="Content Placeholder 16">
            <a:extLst>
              <a:ext uri="{FF2B5EF4-FFF2-40B4-BE49-F238E27FC236}">
                <a16:creationId xmlns:a16="http://schemas.microsoft.com/office/drawing/2014/main" id="{D59E08C1-3102-DE27-9E27-11E9D52A23D9}"/>
              </a:ext>
            </a:extLst>
          </p:cNvPr>
          <p:cNvSpPr>
            <a:spLocks noGrp="1"/>
          </p:cNvSpPr>
          <p:nvPr>
            <p:ph sz="quarter" idx="23"/>
          </p:nvPr>
        </p:nvSpPr>
        <p:spPr>
          <a:xfrm>
            <a:off x="9979269" y="1507082"/>
            <a:ext cx="1492250" cy="177800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24" name="Content Placeholder 16">
            <a:extLst>
              <a:ext uri="{FF2B5EF4-FFF2-40B4-BE49-F238E27FC236}">
                <a16:creationId xmlns:a16="http://schemas.microsoft.com/office/drawing/2014/main" id="{04F10FFB-89B9-FB3E-B083-33A2F92EA8A2}"/>
              </a:ext>
            </a:extLst>
          </p:cNvPr>
          <p:cNvSpPr>
            <a:spLocks noGrp="1"/>
          </p:cNvSpPr>
          <p:nvPr>
            <p:ph sz="quarter" idx="20"/>
          </p:nvPr>
        </p:nvSpPr>
        <p:spPr>
          <a:xfrm>
            <a:off x="8106016" y="2004874"/>
            <a:ext cx="1749184" cy="127635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21" name="Content Placeholder 16">
            <a:extLst>
              <a:ext uri="{FF2B5EF4-FFF2-40B4-BE49-F238E27FC236}">
                <a16:creationId xmlns:a16="http://schemas.microsoft.com/office/drawing/2014/main" id="{80CE33FC-61EC-8C0B-6B9D-C9F99DDC0EB7}"/>
              </a:ext>
            </a:extLst>
          </p:cNvPr>
          <p:cNvSpPr>
            <a:spLocks noGrp="1"/>
          </p:cNvSpPr>
          <p:nvPr>
            <p:ph sz="quarter" idx="17"/>
          </p:nvPr>
        </p:nvSpPr>
        <p:spPr>
          <a:xfrm>
            <a:off x="6508711" y="1258716"/>
            <a:ext cx="1473239" cy="1567036"/>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17" name="Content Placeholder 16">
            <a:extLst>
              <a:ext uri="{FF2B5EF4-FFF2-40B4-BE49-F238E27FC236}">
                <a16:creationId xmlns:a16="http://schemas.microsoft.com/office/drawing/2014/main" id="{0FDAECC3-6733-ECE3-4520-D534B8FAE91A}"/>
              </a:ext>
            </a:extLst>
          </p:cNvPr>
          <p:cNvSpPr>
            <a:spLocks noGrp="1"/>
          </p:cNvSpPr>
          <p:nvPr>
            <p:ph sz="quarter" idx="15"/>
          </p:nvPr>
        </p:nvSpPr>
        <p:spPr>
          <a:xfrm>
            <a:off x="5050300" y="1796266"/>
            <a:ext cx="1337800" cy="1493037"/>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3" name="Text Placeholder 11">
            <a:extLst>
              <a:ext uri="{FF2B5EF4-FFF2-40B4-BE49-F238E27FC236}">
                <a16:creationId xmlns:a16="http://schemas.microsoft.com/office/drawing/2014/main" id="{BA7AA928-EDD7-1EEC-F63E-086AE28A3F52}"/>
              </a:ext>
            </a:extLst>
          </p:cNvPr>
          <p:cNvSpPr>
            <a:spLocks noGrp="1"/>
          </p:cNvSpPr>
          <p:nvPr>
            <p:ph type="body" sz="quarter" idx="13"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pic>
        <p:nvPicPr>
          <p:cNvPr id="8" name="Rectangle 309825" descr="preencoded.png">
            <a:extLst>
              <a:ext uri="{FF2B5EF4-FFF2-40B4-BE49-F238E27FC236}">
                <a16:creationId xmlns:a16="http://schemas.microsoft.com/office/drawing/2014/main" id="{C82CADE1-8393-26E8-D80B-C089A380168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 y="671031"/>
            <a:ext cx="3867150" cy="5600700"/>
          </a:xfrm>
          <a:prstGeom prst="rect">
            <a:avLst/>
          </a:prstGeom>
        </p:spPr>
      </p:pic>
      <p:sp>
        <p:nvSpPr>
          <p:cNvPr id="14" name="Text Placeholder 11">
            <a:extLst>
              <a:ext uri="{FF2B5EF4-FFF2-40B4-BE49-F238E27FC236}">
                <a16:creationId xmlns:a16="http://schemas.microsoft.com/office/drawing/2014/main" id="{EE82A397-74B5-4BFA-3F83-7A403569A950}"/>
              </a:ext>
            </a:extLst>
          </p:cNvPr>
          <p:cNvSpPr>
            <a:spLocks noGrp="1"/>
          </p:cNvSpPr>
          <p:nvPr>
            <p:ph type="body" sz="quarter" idx="14" hasCustomPrompt="1"/>
          </p:nvPr>
        </p:nvSpPr>
        <p:spPr>
          <a:xfrm>
            <a:off x="468704" y="2994093"/>
            <a:ext cx="2936493" cy="2346677"/>
          </a:xfrm>
          <a:prstGeom prst="rect">
            <a:avLst/>
          </a:prstGeom>
        </p:spPr>
        <p:txBody>
          <a:bodyPr lIns="0"/>
          <a:lstStyle>
            <a:lvl1pPr marL="0" indent="0">
              <a:lnSpc>
                <a:spcPts val="1366"/>
              </a:lnSpc>
              <a:buNone/>
              <a:defRPr sz="1200">
                <a:solidFill>
                  <a:schemeClr val="accent2"/>
                </a:solidFill>
                <a:latin typeface="SoDo Sans" pitchFamily="2" charset="77"/>
                <a:ea typeface="SoDo Sans" pitchFamily="2" charset="77"/>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es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voluptae</a:t>
            </a:r>
            <a:r>
              <a:rPr lang="en-US"/>
              <a:t> </a:t>
            </a:r>
            <a:r>
              <a:rPr lang="en-US" err="1"/>
              <a:t>velit</a:t>
            </a:r>
            <a:r>
              <a:rPr lang="en-US"/>
              <a:t> </a:t>
            </a:r>
            <a:r>
              <a:rPr lang="en-US" err="1"/>
              <a:t>esse</a:t>
            </a:r>
            <a:r>
              <a:rPr lang="en-US"/>
              <a:t> </a:t>
            </a:r>
            <a:r>
              <a:rPr lang="en-US" err="1"/>
              <a:t>cillum</a:t>
            </a:r>
            <a:r>
              <a:rPr lang="en-US"/>
              <a:t> dolore. </a:t>
            </a: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invididunt</a:t>
            </a:r>
            <a:r>
              <a:rPr lang="en-US"/>
              <a:t> </a:t>
            </a:r>
            <a:r>
              <a:rPr lang="en-US" err="1"/>
              <a:t>ut</a:t>
            </a:r>
            <a:r>
              <a:rPr lang="en-US"/>
              <a:t> labore et dolore </a:t>
            </a:r>
            <a:r>
              <a:rPr lang="en-US" err="1"/>
              <a:t>mangna</a:t>
            </a:r>
            <a:r>
              <a:rPr lang="en-US"/>
              <a:t> </a:t>
            </a:r>
            <a:r>
              <a:rPr lang="en-US" err="1"/>
              <a:t>aliqua</a:t>
            </a:r>
            <a:r>
              <a:rPr lang="en-US"/>
              <a:t>. </a:t>
            </a:r>
          </a:p>
        </p:txBody>
      </p:sp>
      <p:sp>
        <p:nvSpPr>
          <p:cNvPr id="6" name="Text Placeholder 5">
            <a:extLst>
              <a:ext uri="{FF2B5EF4-FFF2-40B4-BE49-F238E27FC236}">
                <a16:creationId xmlns:a16="http://schemas.microsoft.com/office/drawing/2014/main" id="{54F8F5E0-A68A-5109-A829-9D568CD36456}"/>
              </a:ext>
            </a:extLst>
          </p:cNvPr>
          <p:cNvSpPr>
            <a:spLocks noGrp="1"/>
          </p:cNvSpPr>
          <p:nvPr>
            <p:ph type="body" sz="quarter" idx="11" hasCustomPrompt="1"/>
          </p:nvPr>
        </p:nvSpPr>
        <p:spPr>
          <a:xfrm>
            <a:off x="468706" y="1819715"/>
            <a:ext cx="2940678" cy="577850"/>
          </a:xfrm>
          <a:prstGeom prst="rect">
            <a:avLst/>
          </a:prstGeom>
        </p:spPr>
        <p:txBody>
          <a:bodyPr lIns="0"/>
          <a:lstStyle>
            <a:lvl1pPr marL="0" indent="0">
              <a:buNone/>
              <a:defRPr sz="3199" b="1">
                <a:solidFill>
                  <a:schemeClr val="accent2"/>
                </a:solidFill>
                <a:latin typeface="SoDo Sans" pitchFamily="2" charset="77"/>
                <a:ea typeface="SoDo Sans" pitchFamily="2" charset="77"/>
              </a:defRPr>
            </a:lvl1pPr>
          </a:lstStyle>
          <a:p>
            <a:pPr lvl="0"/>
            <a:r>
              <a:rPr lang="en-US"/>
              <a:t>Headline</a:t>
            </a:r>
          </a:p>
        </p:txBody>
      </p:sp>
      <p:sp>
        <p:nvSpPr>
          <p:cNvPr id="9" name="Text Placeholder 8">
            <a:extLst>
              <a:ext uri="{FF2B5EF4-FFF2-40B4-BE49-F238E27FC236}">
                <a16:creationId xmlns:a16="http://schemas.microsoft.com/office/drawing/2014/main" id="{FB3B8496-CE67-AD38-E66A-FE9716599D53}"/>
              </a:ext>
            </a:extLst>
          </p:cNvPr>
          <p:cNvSpPr>
            <a:spLocks noGrp="1"/>
          </p:cNvSpPr>
          <p:nvPr>
            <p:ph type="body" sz="quarter" idx="12" hasCustomPrompt="1"/>
          </p:nvPr>
        </p:nvSpPr>
        <p:spPr>
          <a:xfrm>
            <a:off x="472890" y="2501952"/>
            <a:ext cx="2936493" cy="336939"/>
          </a:xfrm>
          <a:prstGeom prst="rect">
            <a:avLst/>
          </a:prstGeom>
        </p:spPr>
        <p:txBody>
          <a:bodyPr lIns="0"/>
          <a:lstStyle>
            <a:lvl1pPr marL="0" indent="0">
              <a:buNone/>
              <a:defRPr sz="1500">
                <a:solidFill>
                  <a:schemeClr val="accent2"/>
                </a:solidFill>
                <a:latin typeface="SoDo Sans" pitchFamily="2" charset="77"/>
                <a:ea typeface="SoDo Sans" pitchFamily="2" charset="77"/>
              </a:defRPr>
            </a:lvl1pPr>
          </a:lstStyle>
          <a:p>
            <a:pPr lvl="0"/>
            <a:r>
              <a:rPr lang="en-US"/>
              <a:t>Secondary line can go here. </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40077343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re Slide - 2 Column Image + Content">
    <p:spTree>
      <p:nvGrpSpPr>
        <p:cNvPr id="1" name=""/>
        <p:cNvGrpSpPr/>
        <p:nvPr/>
      </p:nvGrpSpPr>
      <p:grpSpPr>
        <a:xfrm>
          <a:off x="0" y="0"/>
          <a:ext cx="0" cy="0"/>
          <a:chOff x="0" y="0"/>
          <a:chExt cx="0" cy="0"/>
        </a:xfrm>
      </p:grpSpPr>
      <p:sp>
        <p:nvSpPr>
          <p:cNvPr id="6" name="2025 Starbucks Coffee Company CONFIDENTIALFOR STARBUCKS BUSINESS PURPOSES ONLY">
            <a:extLst>
              <a:ext uri="{FF2B5EF4-FFF2-40B4-BE49-F238E27FC236}">
                <a16:creationId xmlns:a16="http://schemas.microsoft.com/office/drawing/2014/main" id="{50B1CA0B-BD85-ECDC-55D9-091B404AA180}"/>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18" name="Text Placeholder 8">
            <a:extLst>
              <a:ext uri="{FF2B5EF4-FFF2-40B4-BE49-F238E27FC236}">
                <a16:creationId xmlns:a16="http://schemas.microsoft.com/office/drawing/2014/main" id="{F8D5BDE1-ACA0-7AC0-C771-9403E16668E5}"/>
              </a:ext>
            </a:extLst>
          </p:cNvPr>
          <p:cNvSpPr>
            <a:spLocks noGrp="1"/>
          </p:cNvSpPr>
          <p:nvPr>
            <p:ph type="body" sz="quarter" idx="18" hasCustomPrompt="1"/>
          </p:nvPr>
        </p:nvSpPr>
        <p:spPr>
          <a:xfrm>
            <a:off x="6709701" y="5313064"/>
            <a:ext cx="2073454" cy="577850"/>
          </a:xfrm>
          <a:prstGeom prst="rect">
            <a:avLst/>
          </a:prstGeom>
        </p:spPr>
        <p:txBody>
          <a:bodyPr/>
          <a:lstStyle>
            <a:lvl1pPr marL="0" indent="0" algn="ctr">
              <a:buNone/>
              <a:defRPr sz="1000">
                <a:solidFill>
                  <a:schemeClr val="accent2"/>
                </a:solidFill>
                <a:latin typeface="SoDo Sans" pitchFamily="2" charset="77"/>
                <a:ea typeface="SoDo Sans" pitchFamily="2" charset="77"/>
              </a:defRPr>
            </a:lvl1pPr>
          </a:lstStyle>
          <a:p>
            <a:pPr lvl="0"/>
            <a:r>
              <a:rPr lang="en-US"/>
              <a:t>Description copy can go here </a:t>
            </a:r>
            <a:r>
              <a:rPr lang="en-US" err="1"/>
              <a:t>ullamco</a:t>
            </a:r>
            <a:r>
              <a:rPr lang="en-US"/>
              <a:t> </a:t>
            </a:r>
            <a:r>
              <a:rPr lang="en-US" err="1"/>
              <a:t>laboris</a:t>
            </a:r>
            <a:r>
              <a:rPr lang="en-US"/>
              <a:t> nisi </a:t>
            </a:r>
            <a:r>
              <a:rPr lang="en-US" err="1"/>
              <a:t>ut</a:t>
            </a:r>
            <a:r>
              <a:rPr lang="en-US"/>
              <a:t> </a:t>
            </a:r>
            <a:r>
              <a:rPr lang="en-US" err="1"/>
              <a:t>aliquib</a:t>
            </a:r>
            <a:endParaRPr lang="en-US"/>
          </a:p>
        </p:txBody>
      </p:sp>
      <p:sp>
        <p:nvSpPr>
          <p:cNvPr id="2" name="Content Placeholder 16">
            <a:extLst>
              <a:ext uri="{FF2B5EF4-FFF2-40B4-BE49-F238E27FC236}">
                <a16:creationId xmlns:a16="http://schemas.microsoft.com/office/drawing/2014/main" id="{FA8B59C5-08B0-0B57-E00C-42DFBD30DC6B}"/>
              </a:ext>
            </a:extLst>
          </p:cNvPr>
          <p:cNvSpPr>
            <a:spLocks noGrp="1"/>
          </p:cNvSpPr>
          <p:nvPr>
            <p:ph sz="quarter" idx="19"/>
          </p:nvPr>
        </p:nvSpPr>
        <p:spPr>
          <a:xfrm>
            <a:off x="6158206" y="2362200"/>
            <a:ext cx="3174611" cy="280670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16" name="Text Placeholder 11">
            <a:extLst>
              <a:ext uri="{FF2B5EF4-FFF2-40B4-BE49-F238E27FC236}">
                <a16:creationId xmlns:a16="http://schemas.microsoft.com/office/drawing/2014/main" id="{DD8AA1BD-731B-27C3-7231-410A78C03FCF}"/>
              </a:ext>
            </a:extLst>
          </p:cNvPr>
          <p:cNvSpPr>
            <a:spLocks noGrp="1"/>
          </p:cNvSpPr>
          <p:nvPr>
            <p:ph type="body" sz="quarter" idx="16" hasCustomPrompt="1"/>
          </p:nvPr>
        </p:nvSpPr>
        <p:spPr>
          <a:xfrm>
            <a:off x="7303633" y="2074618"/>
            <a:ext cx="823521" cy="257117"/>
          </a:xfrm>
          <a:prstGeom prst="rect">
            <a:avLst/>
          </a:prstGeom>
        </p:spPr>
        <p:txBody>
          <a:bodyPr/>
          <a:lstStyle>
            <a:lvl1pPr marL="0" indent="0" algn="ctr">
              <a:buNone/>
              <a:defRPr sz="1013" b="1" spc="-73" baseline="0">
                <a:solidFill>
                  <a:schemeClr val="accent2"/>
                </a:solidFill>
                <a:latin typeface="SoDo Sans" pitchFamily="2" charset="77"/>
                <a:ea typeface="SoDo Sans" pitchFamily="2" charset="77"/>
              </a:defRPr>
            </a:lvl1pPr>
          </a:lstStyle>
          <a:p>
            <a:pPr lvl="0"/>
            <a:r>
              <a:rPr lang="en-US"/>
              <a:t>Image Title</a:t>
            </a:r>
          </a:p>
        </p:txBody>
      </p:sp>
      <p:sp>
        <p:nvSpPr>
          <p:cNvPr id="8" name="Text Placeholder 11">
            <a:extLst>
              <a:ext uri="{FF2B5EF4-FFF2-40B4-BE49-F238E27FC236}">
                <a16:creationId xmlns:a16="http://schemas.microsoft.com/office/drawing/2014/main" id="{FFB30A5A-0AEB-4B74-F04C-63797246589A}"/>
              </a:ext>
            </a:extLst>
          </p:cNvPr>
          <p:cNvSpPr>
            <a:spLocks noGrp="1"/>
          </p:cNvSpPr>
          <p:nvPr>
            <p:ph type="body" sz="quarter" idx="20"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12" name="Text Placeholder 8">
            <a:extLst>
              <a:ext uri="{FF2B5EF4-FFF2-40B4-BE49-F238E27FC236}">
                <a16:creationId xmlns:a16="http://schemas.microsoft.com/office/drawing/2014/main" id="{530ACE94-5E4A-6E73-45CB-F0F47282A755}"/>
              </a:ext>
            </a:extLst>
          </p:cNvPr>
          <p:cNvSpPr>
            <a:spLocks noGrp="1"/>
          </p:cNvSpPr>
          <p:nvPr>
            <p:ph type="body" sz="quarter" idx="12" hasCustomPrompt="1"/>
          </p:nvPr>
        </p:nvSpPr>
        <p:spPr>
          <a:xfrm>
            <a:off x="3298792" y="5313064"/>
            <a:ext cx="2073455" cy="577850"/>
          </a:xfrm>
          <a:prstGeom prst="rect">
            <a:avLst/>
          </a:prstGeom>
        </p:spPr>
        <p:txBody>
          <a:bodyPr/>
          <a:lstStyle>
            <a:lvl1pPr marL="0" indent="0" algn="ctr">
              <a:buNone/>
              <a:defRPr sz="1000">
                <a:solidFill>
                  <a:schemeClr val="accent2"/>
                </a:solidFill>
                <a:latin typeface="SoDo Sans" pitchFamily="2" charset="77"/>
                <a:ea typeface="SoDo Sans" pitchFamily="2" charset="77"/>
              </a:defRPr>
            </a:lvl1pPr>
          </a:lstStyle>
          <a:p>
            <a:pPr lvl="0"/>
            <a:r>
              <a:rPr lang="en-US"/>
              <a:t>Description copy can go here </a:t>
            </a:r>
            <a:r>
              <a:rPr lang="en-US" err="1"/>
              <a:t>ullamco</a:t>
            </a:r>
            <a:r>
              <a:rPr lang="en-US"/>
              <a:t> </a:t>
            </a:r>
            <a:r>
              <a:rPr lang="en-US" err="1"/>
              <a:t>laboris</a:t>
            </a:r>
            <a:r>
              <a:rPr lang="en-US"/>
              <a:t> nisi </a:t>
            </a:r>
            <a:r>
              <a:rPr lang="en-US" err="1"/>
              <a:t>ut</a:t>
            </a:r>
            <a:r>
              <a:rPr lang="en-US"/>
              <a:t> </a:t>
            </a:r>
            <a:r>
              <a:rPr lang="en-US" err="1"/>
              <a:t>aliquib</a:t>
            </a:r>
            <a:endParaRPr lang="en-US"/>
          </a:p>
        </p:txBody>
      </p:sp>
      <p:sp>
        <p:nvSpPr>
          <p:cNvPr id="11" name="Content Placeholder 16">
            <a:extLst>
              <a:ext uri="{FF2B5EF4-FFF2-40B4-BE49-F238E27FC236}">
                <a16:creationId xmlns:a16="http://schemas.microsoft.com/office/drawing/2014/main" id="{34CFD365-DF2A-39D9-00F3-91A1063E3D75}"/>
              </a:ext>
            </a:extLst>
          </p:cNvPr>
          <p:cNvSpPr>
            <a:spLocks noGrp="1"/>
          </p:cNvSpPr>
          <p:nvPr>
            <p:ph sz="quarter" idx="15"/>
          </p:nvPr>
        </p:nvSpPr>
        <p:spPr>
          <a:xfrm>
            <a:off x="2736981" y="2362200"/>
            <a:ext cx="3174611" cy="280670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9" name="Text Placeholder 11">
            <a:extLst>
              <a:ext uri="{FF2B5EF4-FFF2-40B4-BE49-F238E27FC236}">
                <a16:creationId xmlns:a16="http://schemas.microsoft.com/office/drawing/2014/main" id="{7D831E55-2CC0-4881-5B3C-8453C85BD1A2}"/>
              </a:ext>
            </a:extLst>
          </p:cNvPr>
          <p:cNvSpPr>
            <a:spLocks noGrp="1"/>
          </p:cNvSpPr>
          <p:nvPr>
            <p:ph type="body" sz="quarter" idx="13" hasCustomPrompt="1"/>
          </p:nvPr>
        </p:nvSpPr>
        <p:spPr>
          <a:xfrm>
            <a:off x="3892726" y="2074618"/>
            <a:ext cx="823521" cy="257117"/>
          </a:xfrm>
          <a:prstGeom prst="rect">
            <a:avLst/>
          </a:prstGeom>
        </p:spPr>
        <p:txBody>
          <a:bodyPr/>
          <a:lstStyle>
            <a:lvl1pPr marL="0" indent="0" algn="ctr">
              <a:buNone/>
              <a:defRPr sz="1013" b="1" spc="-73" baseline="0">
                <a:solidFill>
                  <a:schemeClr val="accent2"/>
                </a:solidFill>
                <a:latin typeface="SoDo Sans" pitchFamily="2" charset="77"/>
                <a:ea typeface="SoDo Sans" pitchFamily="2" charset="77"/>
              </a:defRPr>
            </a:lvl1pPr>
          </a:lstStyle>
          <a:p>
            <a:pPr lvl="0"/>
            <a:r>
              <a:rPr lang="en-US"/>
              <a:t>Image Title</a:t>
            </a:r>
          </a:p>
        </p:txBody>
      </p:sp>
      <p:sp>
        <p:nvSpPr>
          <p:cNvPr id="3" name="Text Placeholder 5">
            <a:extLst>
              <a:ext uri="{FF2B5EF4-FFF2-40B4-BE49-F238E27FC236}">
                <a16:creationId xmlns:a16="http://schemas.microsoft.com/office/drawing/2014/main" id="{B23510D7-EEB9-7F59-EB2D-4D0BC363730F}"/>
              </a:ext>
            </a:extLst>
          </p:cNvPr>
          <p:cNvSpPr>
            <a:spLocks noGrp="1"/>
          </p:cNvSpPr>
          <p:nvPr>
            <p:ph type="body" sz="quarter" idx="11" hasCustomPrompt="1"/>
          </p:nvPr>
        </p:nvSpPr>
        <p:spPr>
          <a:xfrm>
            <a:off x="487953" y="882362"/>
            <a:ext cx="4970738" cy="577850"/>
          </a:xfrm>
          <a:prstGeom prst="rect">
            <a:avLst/>
          </a:prstGeom>
        </p:spPr>
        <p:txBody>
          <a:bodyPr lIns="0"/>
          <a:lstStyle>
            <a:lvl1pPr marL="0" indent="0">
              <a:buNone/>
              <a:defRPr sz="3199" b="1">
                <a:solidFill>
                  <a:schemeClr val="accent2"/>
                </a:solidFill>
                <a:latin typeface="SoDo Sans" pitchFamily="2" charset="77"/>
                <a:ea typeface="SoDo Sans" pitchFamily="2" charset="77"/>
              </a:defRPr>
            </a:lvl1pPr>
          </a:lstStyle>
          <a:p>
            <a:pPr lvl="0"/>
            <a:r>
              <a:rPr lang="en-US"/>
              <a:t>Headline Goes Here</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32555873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re Slide - 3 Column Image + Content">
    <p:spTree>
      <p:nvGrpSpPr>
        <p:cNvPr id="1" name=""/>
        <p:cNvGrpSpPr/>
        <p:nvPr/>
      </p:nvGrpSpPr>
      <p:grpSpPr>
        <a:xfrm>
          <a:off x="0" y="0"/>
          <a:ext cx="0" cy="0"/>
          <a:chOff x="0" y="0"/>
          <a:chExt cx="0" cy="0"/>
        </a:xfrm>
      </p:grpSpPr>
      <p:sp>
        <p:nvSpPr>
          <p:cNvPr id="2" name="2025 Starbucks Coffee Company CONFIDENTIALFOR STARBUCKS BUSINESS PURPOSES ONLY">
            <a:extLst>
              <a:ext uri="{FF2B5EF4-FFF2-40B4-BE49-F238E27FC236}">
                <a16:creationId xmlns:a16="http://schemas.microsoft.com/office/drawing/2014/main" id="{53099238-61BF-3195-1BB3-E19C320A5793}"/>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21" name="Text Placeholder 8">
            <a:extLst>
              <a:ext uri="{FF2B5EF4-FFF2-40B4-BE49-F238E27FC236}">
                <a16:creationId xmlns:a16="http://schemas.microsoft.com/office/drawing/2014/main" id="{D5F68CBC-D56B-A5EB-0697-47182E3AEEC0}"/>
              </a:ext>
            </a:extLst>
          </p:cNvPr>
          <p:cNvSpPr>
            <a:spLocks noGrp="1"/>
          </p:cNvSpPr>
          <p:nvPr>
            <p:ph type="body" sz="quarter" idx="21" hasCustomPrompt="1"/>
          </p:nvPr>
        </p:nvSpPr>
        <p:spPr>
          <a:xfrm>
            <a:off x="7570239" y="5313064"/>
            <a:ext cx="2073455" cy="577850"/>
          </a:xfrm>
          <a:prstGeom prst="rect">
            <a:avLst/>
          </a:prstGeom>
        </p:spPr>
        <p:txBody>
          <a:bodyPr/>
          <a:lstStyle>
            <a:lvl1pPr marL="0" indent="0" algn="ctr">
              <a:buNone/>
              <a:defRPr sz="1000">
                <a:solidFill>
                  <a:schemeClr val="accent2"/>
                </a:solidFill>
                <a:latin typeface="SoDo Sans" pitchFamily="2" charset="77"/>
                <a:ea typeface="SoDo Sans" pitchFamily="2" charset="77"/>
              </a:defRPr>
            </a:lvl1pPr>
          </a:lstStyle>
          <a:p>
            <a:pPr lvl="0"/>
            <a:r>
              <a:rPr lang="en-US"/>
              <a:t>Description copy can go here </a:t>
            </a:r>
            <a:r>
              <a:rPr lang="en-US" err="1"/>
              <a:t>ullamco</a:t>
            </a:r>
            <a:r>
              <a:rPr lang="en-US"/>
              <a:t> </a:t>
            </a:r>
            <a:r>
              <a:rPr lang="en-US" err="1"/>
              <a:t>laboris</a:t>
            </a:r>
            <a:r>
              <a:rPr lang="en-US"/>
              <a:t> nisi </a:t>
            </a:r>
            <a:r>
              <a:rPr lang="en-US" err="1"/>
              <a:t>ut</a:t>
            </a:r>
            <a:r>
              <a:rPr lang="en-US"/>
              <a:t> </a:t>
            </a:r>
            <a:r>
              <a:rPr lang="en-US" err="1"/>
              <a:t>aliquib</a:t>
            </a:r>
            <a:endParaRPr lang="en-US"/>
          </a:p>
        </p:txBody>
      </p:sp>
      <p:sp>
        <p:nvSpPr>
          <p:cNvPr id="5" name="Text Placeholder 11">
            <a:extLst>
              <a:ext uri="{FF2B5EF4-FFF2-40B4-BE49-F238E27FC236}">
                <a16:creationId xmlns:a16="http://schemas.microsoft.com/office/drawing/2014/main" id="{56DEC2F6-144A-5456-2E4F-A49ABF7C2459}"/>
              </a:ext>
            </a:extLst>
          </p:cNvPr>
          <p:cNvSpPr>
            <a:spLocks noGrp="1"/>
          </p:cNvSpPr>
          <p:nvPr>
            <p:ph type="body" sz="quarter" idx="22"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20" name="Content Placeholder 16">
            <a:extLst>
              <a:ext uri="{FF2B5EF4-FFF2-40B4-BE49-F238E27FC236}">
                <a16:creationId xmlns:a16="http://schemas.microsoft.com/office/drawing/2014/main" id="{66E0653E-B9F4-B4DB-8706-382FD99E030E}"/>
              </a:ext>
            </a:extLst>
          </p:cNvPr>
          <p:cNvSpPr>
            <a:spLocks noGrp="1"/>
          </p:cNvSpPr>
          <p:nvPr>
            <p:ph sz="quarter" idx="20"/>
          </p:nvPr>
        </p:nvSpPr>
        <p:spPr>
          <a:xfrm>
            <a:off x="7449168" y="2362200"/>
            <a:ext cx="2286000" cy="280670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19" name="Text Placeholder 11">
            <a:extLst>
              <a:ext uri="{FF2B5EF4-FFF2-40B4-BE49-F238E27FC236}">
                <a16:creationId xmlns:a16="http://schemas.microsoft.com/office/drawing/2014/main" id="{58747C88-8C78-9003-03A2-33E74D9D81DF}"/>
              </a:ext>
            </a:extLst>
          </p:cNvPr>
          <p:cNvSpPr>
            <a:spLocks noGrp="1"/>
          </p:cNvSpPr>
          <p:nvPr>
            <p:ph type="body" sz="quarter" idx="19" hasCustomPrompt="1"/>
          </p:nvPr>
        </p:nvSpPr>
        <p:spPr>
          <a:xfrm>
            <a:off x="8158193" y="2074618"/>
            <a:ext cx="823521" cy="257117"/>
          </a:xfrm>
          <a:prstGeom prst="rect">
            <a:avLst/>
          </a:prstGeom>
        </p:spPr>
        <p:txBody>
          <a:bodyPr/>
          <a:lstStyle>
            <a:lvl1pPr marL="0" indent="0" algn="ctr">
              <a:buNone/>
              <a:defRPr sz="1013" b="1" spc="-73" baseline="0">
                <a:solidFill>
                  <a:schemeClr val="accent2"/>
                </a:solidFill>
                <a:latin typeface="SoDo Sans" pitchFamily="2" charset="77"/>
                <a:ea typeface="SoDo Sans" pitchFamily="2" charset="77"/>
              </a:defRPr>
            </a:lvl1pPr>
          </a:lstStyle>
          <a:p>
            <a:pPr lvl="0"/>
            <a:r>
              <a:rPr lang="en-US"/>
              <a:t>Image Title</a:t>
            </a:r>
          </a:p>
        </p:txBody>
      </p:sp>
      <p:sp>
        <p:nvSpPr>
          <p:cNvPr id="18" name="Text Placeholder 8">
            <a:extLst>
              <a:ext uri="{FF2B5EF4-FFF2-40B4-BE49-F238E27FC236}">
                <a16:creationId xmlns:a16="http://schemas.microsoft.com/office/drawing/2014/main" id="{F8D5BDE1-ACA0-7AC0-C771-9403E16668E5}"/>
              </a:ext>
            </a:extLst>
          </p:cNvPr>
          <p:cNvSpPr>
            <a:spLocks noGrp="1"/>
          </p:cNvSpPr>
          <p:nvPr>
            <p:ph type="body" sz="quarter" idx="18" hasCustomPrompt="1"/>
          </p:nvPr>
        </p:nvSpPr>
        <p:spPr>
          <a:xfrm>
            <a:off x="5042631" y="5313064"/>
            <a:ext cx="2073454" cy="577850"/>
          </a:xfrm>
          <a:prstGeom prst="rect">
            <a:avLst/>
          </a:prstGeom>
        </p:spPr>
        <p:txBody>
          <a:bodyPr/>
          <a:lstStyle>
            <a:lvl1pPr marL="0" indent="0" algn="ctr">
              <a:buNone/>
              <a:defRPr sz="1000">
                <a:solidFill>
                  <a:schemeClr val="accent2"/>
                </a:solidFill>
                <a:latin typeface="SoDo Sans" pitchFamily="2" charset="77"/>
                <a:ea typeface="SoDo Sans" pitchFamily="2" charset="77"/>
              </a:defRPr>
            </a:lvl1pPr>
          </a:lstStyle>
          <a:p>
            <a:pPr lvl="0"/>
            <a:r>
              <a:rPr lang="en-US"/>
              <a:t>Description copy can go here </a:t>
            </a:r>
            <a:r>
              <a:rPr lang="en-US" err="1"/>
              <a:t>ullamco</a:t>
            </a:r>
            <a:r>
              <a:rPr lang="en-US"/>
              <a:t> </a:t>
            </a:r>
            <a:r>
              <a:rPr lang="en-US" err="1"/>
              <a:t>laboris</a:t>
            </a:r>
            <a:r>
              <a:rPr lang="en-US"/>
              <a:t> nisi </a:t>
            </a:r>
            <a:r>
              <a:rPr lang="en-US" err="1"/>
              <a:t>ut</a:t>
            </a:r>
            <a:r>
              <a:rPr lang="en-US"/>
              <a:t> </a:t>
            </a:r>
            <a:r>
              <a:rPr lang="en-US" err="1"/>
              <a:t>aliquib</a:t>
            </a:r>
            <a:endParaRPr lang="en-US"/>
          </a:p>
        </p:txBody>
      </p:sp>
      <p:sp>
        <p:nvSpPr>
          <p:cNvPr id="17" name="Content Placeholder 16">
            <a:extLst>
              <a:ext uri="{FF2B5EF4-FFF2-40B4-BE49-F238E27FC236}">
                <a16:creationId xmlns:a16="http://schemas.microsoft.com/office/drawing/2014/main" id="{94E95737-5CCB-8918-C9AF-4362D94E3760}"/>
              </a:ext>
            </a:extLst>
          </p:cNvPr>
          <p:cNvSpPr>
            <a:spLocks noGrp="1"/>
          </p:cNvSpPr>
          <p:nvPr>
            <p:ph sz="quarter" idx="17"/>
          </p:nvPr>
        </p:nvSpPr>
        <p:spPr>
          <a:xfrm>
            <a:off x="4921560" y="2362200"/>
            <a:ext cx="2285999" cy="280670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16" name="Text Placeholder 11">
            <a:extLst>
              <a:ext uri="{FF2B5EF4-FFF2-40B4-BE49-F238E27FC236}">
                <a16:creationId xmlns:a16="http://schemas.microsoft.com/office/drawing/2014/main" id="{DD8AA1BD-731B-27C3-7231-410A78C03FCF}"/>
              </a:ext>
            </a:extLst>
          </p:cNvPr>
          <p:cNvSpPr>
            <a:spLocks noGrp="1"/>
          </p:cNvSpPr>
          <p:nvPr>
            <p:ph type="body" sz="quarter" idx="16" hasCustomPrompt="1"/>
          </p:nvPr>
        </p:nvSpPr>
        <p:spPr>
          <a:xfrm>
            <a:off x="5630585" y="2074618"/>
            <a:ext cx="823521" cy="257117"/>
          </a:xfrm>
          <a:prstGeom prst="rect">
            <a:avLst/>
          </a:prstGeom>
        </p:spPr>
        <p:txBody>
          <a:bodyPr/>
          <a:lstStyle>
            <a:lvl1pPr marL="0" indent="0" algn="ctr">
              <a:buNone/>
              <a:defRPr sz="1013" b="1" spc="-73" baseline="0">
                <a:solidFill>
                  <a:schemeClr val="accent2"/>
                </a:solidFill>
                <a:latin typeface="SoDo Sans" pitchFamily="2" charset="77"/>
                <a:ea typeface="SoDo Sans" pitchFamily="2" charset="77"/>
              </a:defRPr>
            </a:lvl1pPr>
          </a:lstStyle>
          <a:p>
            <a:pPr lvl="0"/>
            <a:r>
              <a:rPr lang="en-US"/>
              <a:t>Image Title</a:t>
            </a:r>
          </a:p>
        </p:txBody>
      </p:sp>
      <p:sp>
        <p:nvSpPr>
          <p:cNvPr id="12" name="Text Placeholder 8">
            <a:extLst>
              <a:ext uri="{FF2B5EF4-FFF2-40B4-BE49-F238E27FC236}">
                <a16:creationId xmlns:a16="http://schemas.microsoft.com/office/drawing/2014/main" id="{530ACE94-5E4A-6E73-45CB-F0F47282A755}"/>
              </a:ext>
            </a:extLst>
          </p:cNvPr>
          <p:cNvSpPr>
            <a:spLocks noGrp="1"/>
          </p:cNvSpPr>
          <p:nvPr>
            <p:ph type="body" sz="quarter" idx="12" hasCustomPrompt="1"/>
          </p:nvPr>
        </p:nvSpPr>
        <p:spPr>
          <a:xfrm>
            <a:off x="2515022" y="5313064"/>
            <a:ext cx="2073455" cy="577850"/>
          </a:xfrm>
          <a:prstGeom prst="rect">
            <a:avLst/>
          </a:prstGeom>
        </p:spPr>
        <p:txBody>
          <a:bodyPr/>
          <a:lstStyle>
            <a:lvl1pPr marL="0" indent="0" algn="ctr">
              <a:buNone/>
              <a:defRPr sz="1000">
                <a:solidFill>
                  <a:schemeClr val="accent2"/>
                </a:solidFill>
                <a:latin typeface="SoDo Sans" pitchFamily="2" charset="77"/>
                <a:ea typeface="SoDo Sans" pitchFamily="2" charset="77"/>
              </a:defRPr>
            </a:lvl1pPr>
          </a:lstStyle>
          <a:p>
            <a:pPr lvl="0"/>
            <a:r>
              <a:rPr lang="en-US"/>
              <a:t>Description copy can go here </a:t>
            </a:r>
            <a:r>
              <a:rPr lang="en-US" err="1"/>
              <a:t>ullamco</a:t>
            </a:r>
            <a:r>
              <a:rPr lang="en-US"/>
              <a:t> </a:t>
            </a:r>
            <a:r>
              <a:rPr lang="en-US" err="1"/>
              <a:t>laboris</a:t>
            </a:r>
            <a:r>
              <a:rPr lang="en-US"/>
              <a:t> nisi </a:t>
            </a:r>
            <a:r>
              <a:rPr lang="en-US" err="1"/>
              <a:t>ut</a:t>
            </a:r>
            <a:r>
              <a:rPr lang="en-US"/>
              <a:t> </a:t>
            </a:r>
            <a:r>
              <a:rPr lang="en-US" err="1"/>
              <a:t>aliquib</a:t>
            </a:r>
            <a:endParaRPr lang="en-US"/>
          </a:p>
        </p:txBody>
      </p:sp>
      <p:sp>
        <p:nvSpPr>
          <p:cNvPr id="11" name="Content Placeholder 16">
            <a:extLst>
              <a:ext uri="{FF2B5EF4-FFF2-40B4-BE49-F238E27FC236}">
                <a16:creationId xmlns:a16="http://schemas.microsoft.com/office/drawing/2014/main" id="{34CFD365-DF2A-39D9-00F3-91A1063E3D75}"/>
              </a:ext>
            </a:extLst>
          </p:cNvPr>
          <p:cNvSpPr>
            <a:spLocks noGrp="1"/>
          </p:cNvSpPr>
          <p:nvPr>
            <p:ph sz="quarter" idx="15"/>
          </p:nvPr>
        </p:nvSpPr>
        <p:spPr>
          <a:xfrm>
            <a:off x="2393951" y="2362200"/>
            <a:ext cx="2286000" cy="280670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9" name="Text Placeholder 11">
            <a:extLst>
              <a:ext uri="{FF2B5EF4-FFF2-40B4-BE49-F238E27FC236}">
                <a16:creationId xmlns:a16="http://schemas.microsoft.com/office/drawing/2014/main" id="{7D831E55-2CC0-4881-5B3C-8453C85BD1A2}"/>
              </a:ext>
            </a:extLst>
          </p:cNvPr>
          <p:cNvSpPr>
            <a:spLocks noGrp="1"/>
          </p:cNvSpPr>
          <p:nvPr>
            <p:ph type="body" sz="quarter" idx="13" hasCustomPrompt="1"/>
          </p:nvPr>
        </p:nvSpPr>
        <p:spPr>
          <a:xfrm>
            <a:off x="3102975" y="2074618"/>
            <a:ext cx="823521" cy="257117"/>
          </a:xfrm>
          <a:prstGeom prst="rect">
            <a:avLst/>
          </a:prstGeom>
        </p:spPr>
        <p:txBody>
          <a:bodyPr/>
          <a:lstStyle>
            <a:lvl1pPr marL="0" indent="0" algn="ctr">
              <a:buNone/>
              <a:defRPr sz="1013" b="1" spc="-73" baseline="0">
                <a:solidFill>
                  <a:schemeClr val="accent2"/>
                </a:solidFill>
                <a:latin typeface="SoDo Sans" pitchFamily="2" charset="77"/>
                <a:ea typeface="SoDo Sans" pitchFamily="2" charset="77"/>
              </a:defRPr>
            </a:lvl1pPr>
          </a:lstStyle>
          <a:p>
            <a:pPr lvl="0"/>
            <a:r>
              <a:rPr lang="en-US"/>
              <a:t>Image Title</a:t>
            </a:r>
          </a:p>
        </p:txBody>
      </p:sp>
      <p:sp>
        <p:nvSpPr>
          <p:cNvPr id="3" name="Text Placeholder 5">
            <a:extLst>
              <a:ext uri="{FF2B5EF4-FFF2-40B4-BE49-F238E27FC236}">
                <a16:creationId xmlns:a16="http://schemas.microsoft.com/office/drawing/2014/main" id="{B23510D7-EEB9-7F59-EB2D-4D0BC363730F}"/>
              </a:ext>
            </a:extLst>
          </p:cNvPr>
          <p:cNvSpPr>
            <a:spLocks noGrp="1"/>
          </p:cNvSpPr>
          <p:nvPr>
            <p:ph type="body" sz="quarter" idx="11" hasCustomPrompt="1"/>
          </p:nvPr>
        </p:nvSpPr>
        <p:spPr>
          <a:xfrm>
            <a:off x="487953" y="882362"/>
            <a:ext cx="4970738" cy="577850"/>
          </a:xfrm>
          <a:prstGeom prst="rect">
            <a:avLst/>
          </a:prstGeom>
        </p:spPr>
        <p:txBody>
          <a:bodyPr lIns="0"/>
          <a:lstStyle>
            <a:lvl1pPr marL="0" indent="0">
              <a:buNone/>
              <a:defRPr sz="3199" b="1">
                <a:solidFill>
                  <a:schemeClr val="accent2"/>
                </a:solidFill>
                <a:latin typeface="SoDo Sans" pitchFamily="2" charset="77"/>
                <a:ea typeface="SoDo Sans" pitchFamily="2" charset="77"/>
              </a:defRPr>
            </a:lvl1pPr>
          </a:lstStyle>
          <a:p>
            <a:pPr lvl="0"/>
            <a:r>
              <a:rPr lang="en-US"/>
              <a:t>Headline Goes Here</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23879531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re Slide - 4 Column Image + Content">
    <p:spTree>
      <p:nvGrpSpPr>
        <p:cNvPr id="1" name=""/>
        <p:cNvGrpSpPr/>
        <p:nvPr/>
      </p:nvGrpSpPr>
      <p:grpSpPr>
        <a:xfrm>
          <a:off x="0" y="0"/>
          <a:ext cx="0" cy="0"/>
          <a:chOff x="0" y="0"/>
          <a:chExt cx="0" cy="0"/>
        </a:xfrm>
      </p:grpSpPr>
      <p:sp>
        <p:nvSpPr>
          <p:cNvPr id="2" name="2025 Starbucks Coffee Company CONFIDENTIALFOR STARBUCKS BUSINESS PURPOSES ONLY">
            <a:extLst>
              <a:ext uri="{FF2B5EF4-FFF2-40B4-BE49-F238E27FC236}">
                <a16:creationId xmlns:a16="http://schemas.microsoft.com/office/drawing/2014/main" id="{C4031FC8-0F20-76DF-EA0A-167393F59586}"/>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sp>
        <p:nvSpPr>
          <p:cNvPr id="6" name="Text Placeholder 11">
            <a:extLst>
              <a:ext uri="{FF2B5EF4-FFF2-40B4-BE49-F238E27FC236}">
                <a16:creationId xmlns:a16="http://schemas.microsoft.com/office/drawing/2014/main" id="{969E5EB8-1228-F6B9-9789-C284BC50B5B0}"/>
              </a:ext>
            </a:extLst>
          </p:cNvPr>
          <p:cNvSpPr>
            <a:spLocks noGrp="1"/>
          </p:cNvSpPr>
          <p:nvPr>
            <p:ph type="body" sz="quarter" idx="25"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24" name="Text Placeholder 8">
            <a:extLst>
              <a:ext uri="{FF2B5EF4-FFF2-40B4-BE49-F238E27FC236}">
                <a16:creationId xmlns:a16="http://schemas.microsoft.com/office/drawing/2014/main" id="{B5C76C15-CDF2-EF86-0DC7-089A007F77CC}"/>
              </a:ext>
            </a:extLst>
          </p:cNvPr>
          <p:cNvSpPr>
            <a:spLocks noGrp="1"/>
          </p:cNvSpPr>
          <p:nvPr>
            <p:ph type="body" sz="quarter" idx="24" hasCustomPrompt="1"/>
          </p:nvPr>
        </p:nvSpPr>
        <p:spPr>
          <a:xfrm>
            <a:off x="8878649" y="5313064"/>
            <a:ext cx="2073454" cy="577850"/>
          </a:xfrm>
          <a:prstGeom prst="rect">
            <a:avLst/>
          </a:prstGeom>
        </p:spPr>
        <p:txBody>
          <a:bodyPr/>
          <a:lstStyle>
            <a:lvl1pPr marL="0" indent="0" algn="ctr">
              <a:buNone/>
              <a:defRPr sz="1000">
                <a:solidFill>
                  <a:schemeClr val="accent2"/>
                </a:solidFill>
                <a:latin typeface="SoDo Sans" pitchFamily="2" charset="77"/>
                <a:ea typeface="SoDo Sans" pitchFamily="2" charset="77"/>
              </a:defRPr>
            </a:lvl1pPr>
          </a:lstStyle>
          <a:p>
            <a:pPr lvl="0"/>
            <a:r>
              <a:rPr lang="en-US"/>
              <a:t>Description copy can go here </a:t>
            </a:r>
            <a:r>
              <a:rPr lang="en-US" err="1"/>
              <a:t>ullamco</a:t>
            </a:r>
            <a:r>
              <a:rPr lang="en-US"/>
              <a:t> </a:t>
            </a:r>
            <a:r>
              <a:rPr lang="en-US" err="1"/>
              <a:t>laboris</a:t>
            </a:r>
            <a:r>
              <a:rPr lang="en-US"/>
              <a:t> nisi </a:t>
            </a:r>
            <a:r>
              <a:rPr lang="en-US" err="1"/>
              <a:t>ut</a:t>
            </a:r>
            <a:r>
              <a:rPr lang="en-US"/>
              <a:t> </a:t>
            </a:r>
            <a:r>
              <a:rPr lang="en-US" err="1"/>
              <a:t>aliquib</a:t>
            </a:r>
            <a:endParaRPr lang="en-US"/>
          </a:p>
        </p:txBody>
      </p:sp>
      <p:sp>
        <p:nvSpPr>
          <p:cNvPr id="23" name="Content Placeholder 16">
            <a:extLst>
              <a:ext uri="{FF2B5EF4-FFF2-40B4-BE49-F238E27FC236}">
                <a16:creationId xmlns:a16="http://schemas.microsoft.com/office/drawing/2014/main" id="{EF16E2CE-9FBA-3338-1D44-C9964CAE826C}"/>
              </a:ext>
            </a:extLst>
          </p:cNvPr>
          <p:cNvSpPr>
            <a:spLocks noGrp="1"/>
          </p:cNvSpPr>
          <p:nvPr>
            <p:ph sz="quarter" idx="23"/>
          </p:nvPr>
        </p:nvSpPr>
        <p:spPr>
          <a:xfrm>
            <a:off x="8757578" y="2362200"/>
            <a:ext cx="2285999" cy="280670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22" name="Text Placeholder 11">
            <a:extLst>
              <a:ext uri="{FF2B5EF4-FFF2-40B4-BE49-F238E27FC236}">
                <a16:creationId xmlns:a16="http://schemas.microsoft.com/office/drawing/2014/main" id="{BDF08C40-B1B8-7F06-AFFC-948F966AF17A}"/>
              </a:ext>
            </a:extLst>
          </p:cNvPr>
          <p:cNvSpPr>
            <a:spLocks noGrp="1"/>
          </p:cNvSpPr>
          <p:nvPr>
            <p:ph type="body" sz="quarter" idx="22" hasCustomPrompt="1"/>
          </p:nvPr>
        </p:nvSpPr>
        <p:spPr>
          <a:xfrm>
            <a:off x="9480779" y="2074618"/>
            <a:ext cx="823521" cy="257117"/>
          </a:xfrm>
          <a:prstGeom prst="rect">
            <a:avLst/>
          </a:prstGeom>
        </p:spPr>
        <p:txBody>
          <a:bodyPr/>
          <a:lstStyle>
            <a:lvl1pPr marL="0" indent="0" algn="ctr">
              <a:buNone/>
              <a:defRPr sz="1013" b="1" spc="-73" baseline="0">
                <a:solidFill>
                  <a:schemeClr val="accent2"/>
                </a:solidFill>
                <a:latin typeface="SoDo Sans" pitchFamily="2" charset="77"/>
                <a:ea typeface="SoDo Sans" pitchFamily="2" charset="77"/>
              </a:defRPr>
            </a:lvl1pPr>
          </a:lstStyle>
          <a:p>
            <a:pPr lvl="0"/>
            <a:r>
              <a:rPr lang="en-US"/>
              <a:t>Image Title</a:t>
            </a:r>
          </a:p>
        </p:txBody>
      </p:sp>
      <p:sp>
        <p:nvSpPr>
          <p:cNvPr id="21" name="Text Placeholder 8">
            <a:extLst>
              <a:ext uri="{FF2B5EF4-FFF2-40B4-BE49-F238E27FC236}">
                <a16:creationId xmlns:a16="http://schemas.microsoft.com/office/drawing/2014/main" id="{D5F68CBC-D56B-A5EB-0697-47182E3AEEC0}"/>
              </a:ext>
            </a:extLst>
          </p:cNvPr>
          <p:cNvSpPr>
            <a:spLocks noGrp="1"/>
          </p:cNvSpPr>
          <p:nvPr>
            <p:ph type="body" sz="quarter" idx="21" hasCustomPrompt="1"/>
          </p:nvPr>
        </p:nvSpPr>
        <p:spPr>
          <a:xfrm>
            <a:off x="6351040" y="5313064"/>
            <a:ext cx="2073455" cy="577850"/>
          </a:xfrm>
          <a:prstGeom prst="rect">
            <a:avLst/>
          </a:prstGeom>
        </p:spPr>
        <p:txBody>
          <a:bodyPr/>
          <a:lstStyle>
            <a:lvl1pPr marL="0" indent="0" algn="ctr">
              <a:buNone/>
              <a:defRPr sz="1000">
                <a:solidFill>
                  <a:schemeClr val="accent2"/>
                </a:solidFill>
                <a:latin typeface="SoDo Sans" pitchFamily="2" charset="77"/>
                <a:ea typeface="SoDo Sans" pitchFamily="2" charset="77"/>
              </a:defRPr>
            </a:lvl1pPr>
          </a:lstStyle>
          <a:p>
            <a:pPr lvl="0"/>
            <a:r>
              <a:rPr lang="en-US"/>
              <a:t>Description copy can go here </a:t>
            </a:r>
            <a:r>
              <a:rPr lang="en-US" err="1"/>
              <a:t>ullamco</a:t>
            </a:r>
            <a:r>
              <a:rPr lang="en-US"/>
              <a:t> </a:t>
            </a:r>
            <a:r>
              <a:rPr lang="en-US" err="1"/>
              <a:t>laboris</a:t>
            </a:r>
            <a:r>
              <a:rPr lang="en-US"/>
              <a:t> nisi </a:t>
            </a:r>
            <a:r>
              <a:rPr lang="en-US" err="1"/>
              <a:t>ut</a:t>
            </a:r>
            <a:r>
              <a:rPr lang="en-US"/>
              <a:t> </a:t>
            </a:r>
            <a:r>
              <a:rPr lang="en-US" err="1"/>
              <a:t>aliquib</a:t>
            </a:r>
            <a:endParaRPr lang="en-US"/>
          </a:p>
        </p:txBody>
      </p:sp>
      <p:sp>
        <p:nvSpPr>
          <p:cNvPr id="20" name="Content Placeholder 16">
            <a:extLst>
              <a:ext uri="{FF2B5EF4-FFF2-40B4-BE49-F238E27FC236}">
                <a16:creationId xmlns:a16="http://schemas.microsoft.com/office/drawing/2014/main" id="{66E0653E-B9F4-B4DB-8706-382FD99E030E}"/>
              </a:ext>
            </a:extLst>
          </p:cNvPr>
          <p:cNvSpPr>
            <a:spLocks noGrp="1"/>
          </p:cNvSpPr>
          <p:nvPr>
            <p:ph sz="quarter" idx="20"/>
          </p:nvPr>
        </p:nvSpPr>
        <p:spPr>
          <a:xfrm>
            <a:off x="6229969" y="2362200"/>
            <a:ext cx="2286000" cy="280670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19" name="Text Placeholder 11">
            <a:extLst>
              <a:ext uri="{FF2B5EF4-FFF2-40B4-BE49-F238E27FC236}">
                <a16:creationId xmlns:a16="http://schemas.microsoft.com/office/drawing/2014/main" id="{58747C88-8C78-9003-03A2-33E74D9D81DF}"/>
              </a:ext>
            </a:extLst>
          </p:cNvPr>
          <p:cNvSpPr>
            <a:spLocks noGrp="1"/>
          </p:cNvSpPr>
          <p:nvPr>
            <p:ph type="body" sz="quarter" idx="19" hasCustomPrompt="1"/>
          </p:nvPr>
        </p:nvSpPr>
        <p:spPr>
          <a:xfrm>
            <a:off x="6953170" y="2074618"/>
            <a:ext cx="823521" cy="257117"/>
          </a:xfrm>
          <a:prstGeom prst="rect">
            <a:avLst/>
          </a:prstGeom>
        </p:spPr>
        <p:txBody>
          <a:bodyPr/>
          <a:lstStyle>
            <a:lvl1pPr marL="0" indent="0" algn="ctr">
              <a:buNone/>
              <a:defRPr sz="1013" b="1" spc="-73" baseline="0">
                <a:solidFill>
                  <a:schemeClr val="accent2"/>
                </a:solidFill>
                <a:latin typeface="SoDo Sans" pitchFamily="2" charset="77"/>
                <a:ea typeface="SoDo Sans" pitchFamily="2" charset="77"/>
              </a:defRPr>
            </a:lvl1pPr>
          </a:lstStyle>
          <a:p>
            <a:pPr lvl="0"/>
            <a:r>
              <a:rPr lang="en-US"/>
              <a:t>Image Title</a:t>
            </a:r>
          </a:p>
        </p:txBody>
      </p:sp>
      <p:sp>
        <p:nvSpPr>
          <p:cNvPr id="18" name="Text Placeholder 8">
            <a:extLst>
              <a:ext uri="{FF2B5EF4-FFF2-40B4-BE49-F238E27FC236}">
                <a16:creationId xmlns:a16="http://schemas.microsoft.com/office/drawing/2014/main" id="{F8D5BDE1-ACA0-7AC0-C771-9403E16668E5}"/>
              </a:ext>
            </a:extLst>
          </p:cNvPr>
          <p:cNvSpPr>
            <a:spLocks noGrp="1"/>
          </p:cNvSpPr>
          <p:nvPr>
            <p:ph type="body" sz="quarter" idx="18" hasCustomPrompt="1"/>
          </p:nvPr>
        </p:nvSpPr>
        <p:spPr>
          <a:xfrm>
            <a:off x="3823432" y="5313064"/>
            <a:ext cx="2073454" cy="577850"/>
          </a:xfrm>
          <a:prstGeom prst="rect">
            <a:avLst/>
          </a:prstGeom>
        </p:spPr>
        <p:txBody>
          <a:bodyPr/>
          <a:lstStyle>
            <a:lvl1pPr marL="0" indent="0" algn="ctr">
              <a:buNone/>
              <a:defRPr sz="1000">
                <a:solidFill>
                  <a:schemeClr val="accent2"/>
                </a:solidFill>
                <a:latin typeface="SoDo Sans" pitchFamily="2" charset="77"/>
                <a:ea typeface="SoDo Sans" pitchFamily="2" charset="77"/>
              </a:defRPr>
            </a:lvl1pPr>
          </a:lstStyle>
          <a:p>
            <a:pPr lvl="0"/>
            <a:r>
              <a:rPr lang="en-US"/>
              <a:t>Description copy can go here </a:t>
            </a:r>
            <a:r>
              <a:rPr lang="en-US" err="1"/>
              <a:t>ullamco</a:t>
            </a:r>
            <a:r>
              <a:rPr lang="en-US"/>
              <a:t> </a:t>
            </a:r>
            <a:r>
              <a:rPr lang="en-US" err="1"/>
              <a:t>laboris</a:t>
            </a:r>
            <a:r>
              <a:rPr lang="en-US"/>
              <a:t> nisi </a:t>
            </a:r>
            <a:r>
              <a:rPr lang="en-US" err="1"/>
              <a:t>ut</a:t>
            </a:r>
            <a:r>
              <a:rPr lang="en-US"/>
              <a:t> </a:t>
            </a:r>
            <a:r>
              <a:rPr lang="en-US" err="1"/>
              <a:t>aliquib</a:t>
            </a:r>
            <a:endParaRPr lang="en-US"/>
          </a:p>
        </p:txBody>
      </p:sp>
      <p:sp>
        <p:nvSpPr>
          <p:cNvPr id="17" name="Content Placeholder 16">
            <a:extLst>
              <a:ext uri="{FF2B5EF4-FFF2-40B4-BE49-F238E27FC236}">
                <a16:creationId xmlns:a16="http://schemas.microsoft.com/office/drawing/2014/main" id="{94E95737-5CCB-8918-C9AF-4362D94E3760}"/>
              </a:ext>
            </a:extLst>
          </p:cNvPr>
          <p:cNvSpPr>
            <a:spLocks noGrp="1"/>
          </p:cNvSpPr>
          <p:nvPr>
            <p:ph sz="quarter" idx="17"/>
          </p:nvPr>
        </p:nvSpPr>
        <p:spPr>
          <a:xfrm>
            <a:off x="3702360" y="2362200"/>
            <a:ext cx="2285999" cy="280670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16" name="Text Placeholder 11">
            <a:extLst>
              <a:ext uri="{FF2B5EF4-FFF2-40B4-BE49-F238E27FC236}">
                <a16:creationId xmlns:a16="http://schemas.microsoft.com/office/drawing/2014/main" id="{DD8AA1BD-731B-27C3-7231-410A78C03FCF}"/>
              </a:ext>
            </a:extLst>
          </p:cNvPr>
          <p:cNvSpPr>
            <a:spLocks noGrp="1"/>
          </p:cNvSpPr>
          <p:nvPr>
            <p:ph type="body" sz="quarter" idx="16" hasCustomPrompt="1"/>
          </p:nvPr>
        </p:nvSpPr>
        <p:spPr>
          <a:xfrm>
            <a:off x="4425562" y="2074618"/>
            <a:ext cx="823521" cy="257117"/>
          </a:xfrm>
          <a:prstGeom prst="rect">
            <a:avLst/>
          </a:prstGeom>
        </p:spPr>
        <p:txBody>
          <a:bodyPr/>
          <a:lstStyle>
            <a:lvl1pPr marL="0" indent="0" algn="ctr">
              <a:buNone/>
              <a:defRPr sz="1013" b="1" spc="-73" baseline="0">
                <a:solidFill>
                  <a:schemeClr val="accent2"/>
                </a:solidFill>
                <a:latin typeface="SoDo Sans" pitchFamily="2" charset="77"/>
                <a:ea typeface="SoDo Sans" pitchFamily="2" charset="77"/>
              </a:defRPr>
            </a:lvl1pPr>
          </a:lstStyle>
          <a:p>
            <a:pPr lvl="0"/>
            <a:r>
              <a:rPr lang="en-US"/>
              <a:t>Image Title</a:t>
            </a:r>
          </a:p>
        </p:txBody>
      </p:sp>
      <p:sp>
        <p:nvSpPr>
          <p:cNvPr id="12" name="Text Placeholder 8">
            <a:extLst>
              <a:ext uri="{FF2B5EF4-FFF2-40B4-BE49-F238E27FC236}">
                <a16:creationId xmlns:a16="http://schemas.microsoft.com/office/drawing/2014/main" id="{530ACE94-5E4A-6E73-45CB-F0F47282A755}"/>
              </a:ext>
            </a:extLst>
          </p:cNvPr>
          <p:cNvSpPr>
            <a:spLocks noGrp="1"/>
          </p:cNvSpPr>
          <p:nvPr>
            <p:ph type="body" sz="quarter" idx="12" hasCustomPrompt="1"/>
          </p:nvPr>
        </p:nvSpPr>
        <p:spPr>
          <a:xfrm>
            <a:off x="1295821" y="5313064"/>
            <a:ext cx="2073455" cy="577850"/>
          </a:xfrm>
          <a:prstGeom prst="rect">
            <a:avLst/>
          </a:prstGeom>
        </p:spPr>
        <p:txBody>
          <a:bodyPr/>
          <a:lstStyle>
            <a:lvl1pPr marL="0" indent="0" algn="ctr">
              <a:buNone/>
              <a:defRPr sz="1000">
                <a:solidFill>
                  <a:schemeClr val="accent2"/>
                </a:solidFill>
                <a:latin typeface="SoDo Sans" pitchFamily="2" charset="77"/>
                <a:ea typeface="SoDo Sans" pitchFamily="2" charset="77"/>
              </a:defRPr>
            </a:lvl1pPr>
          </a:lstStyle>
          <a:p>
            <a:pPr lvl="0"/>
            <a:r>
              <a:rPr lang="en-US"/>
              <a:t>Description copy can go here </a:t>
            </a:r>
            <a:r>
              <a:rPr lang="en-US" err="1"/>
              <a:t>ullamco</a:t>
            </a:r>
            <a:r>
              <a:rPr lang="en-US"/>
              <a:t> </a:t>
            </a:r>
            <a:r>
              <a:rPr lang="en-US" err="1"/>
              <a:t>laboris</a:t>
            </a:r>
            <a:r>
              <a:rPr lang="en-US"/>
              <a:t> nisi </a:t>
            </a:r>
            <a:r>
              <a:rPr lang="en-US" err="1"/>
              <a:t>ut</a:t>
            </a:r>
            <a:r>
              <a:rPr lang="en-US"/>
              <a:t> </a:t>
            </a:r>
            <a:r>
              <a:rPr lang="en-US" err="1"/>
              <a:t>aliquib</a:t>
            </a:r>
            <a:endParaRPr lang="en-US"/>
          </a:p>
        </p:txBody>
      </p:sp>
      <p:sp>
        <p:nvSpPr>
          <p:cNvPr id="11" name="Content Placeholder 16">
            <a:extLst>
              <a:ext uri="{FF2B5EF4-FFF2-40B4-BE49-F238E27FC236}">
                <a16:creationId xmlns:a16="http://schemas.microsoft.com/office/drawing/2014/main" id="{34CFD365-DF2A-39D9-00F3-91A1063E3D75}"/>
              </a:ext>
            </a:extLst>
          </p:cNvPr>
          <p:cNvSpPr>
            <a:spLocks noGrp="1"/>
          </p:cNvSpPr>
          <p:nvPr>
            <p:ph sz="quarter" idx="15"/>
          </p:nvPr>
        </p:nvSpPr>
        <p:spPr>
          <a:xfrm>
            <a:off x="1174750" y="2362200"/>
            <a:ext cx="2286000" cy="2806700"/>
          </a:xfrm>
          <a:prstGeom prst="rect">
            <a:avLst/>
          </a:prstGeom>
          <a:solidFill>
            <a:schemeClr val="bg1">
              <a:lumMod val="85000"/>
            </a:schemeClr>
          </a:solidFill>
        </p:spPr>
        <p:txBody>
          <a:bodyPr/>
          <a:lstStyle>
            <a:lvl1pPr marL="0" indent="0">
              <a:buNone/>
              <a:defRPr>
                <a:noFill/>
              </a:defRPr>
            </a:lvl1pPr>
          </a:lstStyle>
          <a:p>
            <a:pPr lvl="0"/>
            <a:endParaRPr lang="en-US"/>
          </a:p>
        </p:txBody>
      </p:sp>
      <p:sp>
        <p:nvSpPr>
          <p:cNvPr id="9" name="Text Placeholder 11">
            <a:extLst>
              <a:ext uri="{FF2B5EF4-FFF2-40B4-BE49-F238E27FC236}">
                <a16:creationId xmlns:a16="http://schemas.microsoft.com/office/drawing/2014/main" id="{7D831E55-2CC0-4881-5B3C-8453C85BD1A2}"/>
              </a:ext>
            </a:extLst>
          </p:cNvPr>
          <p:cNvSpPr>
            <a:spLocks noGrp="1"/>
          </p:cNvSpPr>
          <p:nvPr>
            <p:ph type="body" sz="quarter" idx="13" hasCustomPrompt="1"/>
          </p:nvPr>
        </p:nvSpPr>
        <p:spPr>
          <a:xfrm>
            <a:off x="1897951" y="2074618"/>
            <a:ext cx="823521" cy="257117"/>
          </a:xfrm>
          <a:prstGeom prst="rect">
            <a:avLst/>
          </a:prstGeom>
        </p:spPr>
        <p:txBody>
          <a:bodyPr/>
          <a:lstStyle>
            <a:lvl1pPr marL="0" indent="0" algn="ctr">
              <a:buNone/>
              <a:defRPr sz="1013" b="1" spc="-73" baseline="0">
                <a:solidFill>
                  <a:schemeClr val="accent2"/>
                </a:solidFill>
                <a:latin typeface="SoDo Sans" pitchFamily="2" charset="77"/>
                <a:ea typeface="SoDo Sans" pitchFamily="2" charset="77"/>
              </a:defRPr>
            </a:lvl1pPr>
          </a:lstStyle>
          <a:p>
            <a:pPr lvl="0"/>
            <a:r>
              <a:rPr lang="en-US"/>
              <a:t>Image Title</a:t>
            </a:r>
          </a:p>
        </p:txBody>
      </p:sp>
      <p:sp>
        <p:nvSpPr>
          <p:cNvPr id="3" name="Text Placeholder 5">
            <a:extLst>
              <a:ext uri="{FF2B5EF4-FFF2-40B4-BE49-F238E27FC236}">
                <a16:creationId xmlns:a16="http://schemas.microsoft.com/office/drawing/2014/main" id="{B23510D7-EEB9-7F59-EB2D-4D0BC363730F}"/>
              </a:ext>
            </a:extLst>
          </p:cNvPr>
          <p:cNvSpPr>
            <a:spLocks noGrp="1"/>
          </p:cNvSpPr>
          <p:nvPr>
            <p:ph type="body" sz="quarter" idx="11" hasCustomPrompt="1"/>
          </p:nvPr>
        </p:nvSpPr>
        <p:spPr>
          <a:xfrm>
            <a:off x="487953" y="882362"/>
            <a:ext cx="4970738" cy="577850"/>
          </a:xfrm>
          <a:prstGeom prst="rect">
            <a:avLst/>
          </a:prstGeom>
        </p:spPr>
        <p:txBody>
          <a:bodyPr lIns="0"/>
          <a:lstStyle>
            <a:lvl1pPr marL="0" indent="0">
              <a:buNone/>
              <a:defRPr sz="3199" b="1">
                <a:solidFill>
                  <a:schemeClr val="accent2"/>
                </a:solidFill>
                <a:latin typeface="SoDo Sans" pitchFamily="2" charset="77"/>
                <a:ea typeface="SoDo Sans" pitchFamily="2" charset="77"/>
              </a:defRPr>
            </a:lvl1pPr>
          </a:lstStyle>
          <a:p>
            <a:pPr lvl="0"/>
            <a:r>
              <a:rPr lang="en-US"/>
              <a:t>Headline Goes Here</a:t>
            </a:r>
          </a:p>
        </p:txBody>
      </p:sp>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39749411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re Slide - Roadmap_Timeline">
    <p:spTree>
      <p:nvGrpSpPr>
        <p:cNvPr id="1" name=""/>
        <p:cNvGrpSpPr/>
        <p:nvPr/>
      </p:nvGrpSpPr>
      <p:grpSpPr>
        <a:xfrm>
          <a:off x="0" y="0"/>
          <a:ext cx="0" cy="0"/>
          <a:chOff x="0" y="0"/>
          <a:chExt cx="0" cy="0"/>
        </a:xfrm>
      </p:grpSpPr>
      <p:sp>
        <p:nvSpPr>
          <p:cNvPr id="5" name="Text Placeholder 11">
            <a:extLst>
              <a:ext uri="{FF2B5EF4-FFF2-40B4-BE49-F238E27FC236}">
                <a16:creationId xmlns:a16="http://schemas.microsoft.com/office/drawing/2014/main" id="{6DF2F88D-3B1C-C23A-9733-A0719F7B7920}"/>
              </a:ext>
            </a:extLst>
          </p:cNvPr>
          <p:cNvSpPr>
            <a:spLocks noGrp="1"/>
          </p:cNvSpPr>
          <p:nvPr>
            <p:ph type="body" sz="quarter" idx="13" hasCustomPrompt="1"/>
          </p:nvPr>
        </p:nvSpPr>
        <p:spPr>
          <a:xfrm>
            <a:off x="468707" y="6472819"/>
            <a:ext cx="465306" cy="248450"/>
          </a:xfrm>
          <a:prstGeom prst="rect">
            <a:avLst/>
          </a:prstGeom>
        </p:spPr>
        <p:txBody>
          <a:bodyPr lIns="0"/>
          <a:lstStyle>
            <a:lvl1pPr marL="0" indent="0">
              <a:buNone/>
              <a:defRPr sz="933">
                <a:solidFill>
                  <a:schemeClr val="accent2"/>
                </a:solidFill>
                <a:latin typeface="SoDo Sans" pitchFamily="2" charset="77"/>
                <a:ea typeface="SoDo Sans" pitchFamily="2" charset="77"/>
              </a:defRPr>
            </a:lvl1pPr>
          </a:lstStyle>
          <a:p>
            <a:pPr lvl="0"/>
            <a:r>
              <a:rPr lang="en-US"/>
              <a:t>xx</a:t>
            </a:r>
          </a:p>
        </p:txBody>
      </p:sp>
      <p:sp>
        <p:nvSpPr>
          <p:cNvPr id="3" name="2025 Starbucks Coffee Company CONFIDENTIALFOR STARBUCKS BUSINESS PURPOSES ONLY">
            <a:extLst>
              <a:ext uri="{FF2B5EF4-FFF2-40B4-BE49-F238E27FC236}">
                <a16:creationId xmlns:a16="http://schemas.microsoft.com/office/drawing/2014/main" id="{3B28E965-322C-C4CD-04E7-08213F9D902C}"/>
              </a:ext>
            </a:extLst>
          </p:cNvPr>
          <p:cNvSpPr/>
          <p:nvPr userDrawn="1"/>
        </p:nvSpPr>
        <p:spPr>
          <a:xfrm>
            <a:off x="7303634"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2"/>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2"/>
              </a:solidFill>
            </a:endParaRPr>
          </a:p>
        </p:txBody>
      </p:sp>
      <p:pic>
        <p:nvPicPr>
          <p:cNvPr id="2" name="Rectangle 309825" descr="preencoded.png">
            <a:extLst>
              <a:ext uri="{FF2B5EF4-FFF2-40B4-BE49-F238E27FC236}">
                <a16:creationId xmlns:a16="http://schemas.microsoft.com/office/drawing/2014/main" id="{6F036F6C-237D-CA65-7FFD-5DF7D2BE7756}"/>
              </a:ext>
            </a:extLst>
          </p:cNvPr>
          <p:cNvPicPr/>
          <p:nvPr userDrawn="1"/>
        </p:nvPicPr>
        <p:blipFill>
          <a:blip>
            <a:extLst>
              <a:ext uri="{96DAC541-7B7A-43D3-8B79-37D633B846F1}">
                <asvg:svgBlip xmlns:asvg="http://schemas.microsoft.com/office/drawing/2016/SVG/main" r:embed="rId2"/>
              </a:ext>
            </a:extLst>
          </a:blip>
          <a:srcRect/>
          <a:stretch/>
        </p:blipFill>
        <p:spPr>
          <a:xfrm>
            <a:off x="0" y="671031"/>
            <a:ext cx="12192000" cy="5600700"/>
          </a:xfrm>
          <a:prstGeom prst="rect">
            <a:avLst/>
          </a:prstGeom>
        </p:spPr>
      </p:pic>
      <p:sp>
        <p:nvSpPr>
          <p:cNvPr id="4" name="Text Placeholder 3">
            <a:extLst>
              <a:ext uri="{FF2B5EF4-FFF2-40B4-BE49-F238E27FC236}">
                <a16:creationId xmlns:a16="http://schemas.microsoft.com/office/drawing/2014/main" id="{15B6B48D-A166-AFFC-97D0-8680F2A266FE}"/>
              </a:ext>
            </a:extLst>
          </p:cNvPr>
          <p:cNvSpPr>
            <a:spLocks noGrp="1"/>
          </p:cNvSpPr>
          <p:nvPr>
            <p:ph type="body" sz="quarter" idx="10" hasCustomPrompt="1"/>
          </p:nvPr>
        </p:nvSpPr>
        <p:spPr>
          <a:xfrm>
            <a:off x="468707" y="229705"/>
            <a:ext cx="2615142" cy="441326"/>
          </a:xfrm>
          <a:prstGeom prst="rect">
            <a:avLst/>
          </a:prstGeom>
        </p:spPr>
        <p:txBody>
          <a:bodyPr lIns="0"/>
          <a:lstStyle>
            <a:lvl1pPr marL="0" indent="0">
              <a:buNone/>
              <a:defRPr sz="1000" spc="-33" baseline="0">
                <a:solidFill>
                  <a:schemeClr val="accent2"/>
                </a:solidFill>
                <a:latin typeface="SoDo Sans" pitchFamily="2" charset="77"/>
                <a:ea typeface="SoDo Sans" pitchFamily="2" charset="77"/>
              </a:defRPr>
            </a:lvl1pPr>
          </a:lstStyle>
          <a:p>
            <a:pPr lvl="0"/>
            <a:r>
              <a:rPr lang="en-US"/>
              <a:t>Project Name | Optional Page Title</a:t>
            </a:r>
          </a:p>
        </p:txBody>
      </p:sp>
    </p:spTree>
    <p:extLst>
      <p:ext uri="{BB962C8B-B14F-4D97-AF65-F5344CB8AC3E}">
        <p14:creationId xmlns:p14="http://schemas.microsoft.com/office/powerpoint/2010/main" val="3881640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p:bg>
      <p:bgPr>
        <a:solidFill>
          <a:srgbClr val="32462F"/>
        </a:solidFill>
        <a:effectLst/>
      </p:bgPr>
    </p:bg>
    <p:spTree>
      <p:nvGrpSpPr>
        <p:cNvPr id="1" name=""/>
        <p:cNvGrpSpPr/>
        <p:nvPr/>
      </p:nvGrpSpPr>
      <p:grpSpPr>
        <a:xfrm>
          <a:off x="0" y="0"/>
          <a:ext cx="0" cy="0"/>
          <a:chOff x="0" y="0"/>
          <a:chExt cx="0" cy="0"/>
        </a:xfrm>
      </p:grpSpPr>
      <p:sp>
        <p:nvSpPr>
          <p:cNvPr id="3" name="2025 Starbucks Coffee Company CONFIDENTIALFOR STARBUCKS BUSINESS PURPOSES ONLY">
            <a:extLst>
              <a:ext uri="{FF2B5EF4-FFF2-40B4-BE49-F238E27FC236}">
                <a16:creationId xmlns:a16="http://schemas.microsoft.com/office/drawing/2014/main" id="{FDB4535D-A8FB-7CF1-F455-5AABE2812998}"/>
              </a:ext>
            </a:extLst>
          </p:cNvPr>
          <p:cNvSpPr/>
          <p:nvPr userDrawn="1"/>
        </p:nvSpPr>
        <p:spPr>
          <a:xfrm>
            <a:off x="8343257" y="6552089"/>
            <a:ext cx="3491704" cy="89916"/>
          </a:xfrm>
          <a:prstGeom prst="rect">
            <a:avLst/>
          </a:prstGeom>
          <a:noFill/>
          <a:ln/>
        </p:spPr>
        <p:txBody>
          <a:bodyPr wrap="square" lIns="0" tIns="0" rIns="0" bIns="0" rtlCol="0" anchor="t"/>
          <a:lstStyle/>
          <a:p>
            <a:pPr marL="0" indent="0" algn="ctr">
              <a:lnSpc>
                <a:spcPts val="550"/>
              </a:lnSpc>
              <a:buNone/>
            </a:pPr>
            <a:r>
              <a:rPr lang="en-US" sz="533" kern="0" spc="29">
                <a:solidFill>
                  <a:schemeClr val="accent4"/>
                </a:solidFill>
                <a:latin typeface="SoDo Sans Regular" pitchFamily="34" charset="0"/>
                <a:ea typeface="SoDo Sans Regular" pitchFamily="34" charset="-122"/>
                <a:cs typeface="SoDo Sans Regular" pitchFamily="34" charset="-120"/>
              </a:rPr>
              <a:t>© 2025 Starbucks Coffee Company. CONFIDENTIAL / FOR STARBUCKS BUSINESS PURPOSES ONLY </a:t>
            </a:r>
            <a:endParaRPr lang="en-US" sz="533">
              <a:solidFill>
                <a:schemeClr val="accent4"/>
              </a:solidFill>
            </a:endParaRPr>
          </a:p>
        </p:txBody>
      </p:sp>
      <p:sp>
        <p:nvSpPr>
          <p:cNvPr id="13" name="Text Placeholder 12">
            <a:extLst>
              <a:ext uri="{FF2B5EF4-FFF2-40B4-BE49-F238E27FC236}">
                <a16:creationId xmlns:a16="http://schemas.microsoft.com/office/drawing/2014/main" id="{82F5E210-C9A4-7019-7610-01FDE48C9A93}"/>
              </a:ext>
            </a:extLst>
          </p:cNvPr>
          <p:cNvSpPr>
            <a:spLocks noGrp="1"/>
          </p:cNvSpPr>
          <p:nvPr>
            <p:ph type="body" sz="quarter" idx="11" hasCustomPrompt="1"/>
          </p:nvPr>
        </p:nvSpPr>
        <p:spPr>
          <a:xfrm>
            <a:off x="1042948" y="4026845"/>
            <a:ext cx="2579158" cy="843492"/>
          </a:xfrm>
          <a:prstGeom prst="rect">
            <a:avLst/>
          </a:prstGeom>
        </p:spPr>
        <p:txBody>
          <a:bodyPr lIns="0"/>
          <a:lstStyle>
            <a:lvl1pPr marL="0" indent="0">
              <a:buNone/>
              <a:defRPr b="0" i="0">
                <a:solidFill>
                  <a:schemeClr val="accent4"/>
                </a:solidFill>
                <a:latin typeface="SoDo Sans" pitchFamily="2" charset="77"/>
                <a:ea typeface="SoDo Sans" pitchFamily="2" charset="77"/>
              </a:defRPr>
            </a:lvl1pPr>
            <a:lvl2pPr marL="304717" indent="0">
              <a:buNone/>
              <a:defRPr/>
            </a:lvl2pPr>
          </a:lstStyle>
          <a:p>
            <a:pPr lvl="0"/>
            <a:r>
              <a:rPr lang="en-US"/>
              <a:t>May 2025</a:t>
            </a:r>
          </a:p>
        </p:txBody>
      </p:sp>
      <p:sp>
        <p:nvSpPr>
          <p:cNvPr id="18" name="Text Placeholder 17">
            <a:extLst>
              <a:ext uri="{FF2B5EF4-FFF2-40B4-BE49-F238E27FC236}">
                <a16:creationId xmlns:a16="http://schemas.microsoft.com/office/drawing/2014/main" id="{7564E553-F65F-3D87-C08B-9281A37D496C}"/>
              </a:ext>
            </a:extLst>
          </p:cNvPr>
          <p:cNvSpPr>
            <a:spLocks noGrp="1"/>
          </p:cNvSpPr>
          <p:nvPr>
            <p:ph type="body" sz="quarter" idx="12" hasCustomPrompt="1"/>
          </p:nvPr>
        </p:nvSpPr>
        <p:spPr>
          <a:xfrm>
            <a:off x="1041451" y="2073766"/>
            <a:ext cx="9047660" cy="1924050"/>
          </a:xfrm>
          <a:prstGeom prst="rect">
            <a:avLst/>
          </a:prstGeom>
        </p:spPr>
        <p:txBody>
          <a:bodyPr lIns="0"/>
          <a:lstStyle>
            <a:lvl1pPr marL="0" indent="0">
              <a:lnSpc>
                <a:spcPts val="6665"/>
              </a:lnSpc>
              <a:buNone/>
              <a:defRPr sz="5999" b="1">
                <a:solidFill>
                  <a:schemeClr val="accent4"/>
                </a:solidFill>
                <a:latin typeface="SoDo Sans" pitchFamily="2" charset="77"/>
                <a:ea typeface="SoDo Sans" pitchFamily="2" charset="77"/>
              </a:defRPr>
            </a:lvl1pPr>
          </a:lstStyle>
          <a:p>
            <a:pPr lvl="0"/>
            <a:r>
              <a:rPr lang="en-US"/>
              <a:t>Starbucks Brand PowerPoint Template</a:t>
            </a:r>
          </a:p>
        </p:txBody>
      </p:sp>
      <p:pic>
        <p:nvPicPr>
          <p:cNvPr id="15" name="Group" descr="Starbucks Siren logo">
            <a:extLst>
              <a:ext uri="{FF2B5EF4-FFF2-40B4-BE49-F238E27FC236}">
                <a16:creationId xmlns:a16="http://schemas.microsoft.com/office/drawing/2014/main" id="{1D1320EE-A9C9-8106-9DFA-D7AA3B2C963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41448" y="1136650"/>
            <a:ext cx="774700" cy="787400"/>
          </a:xfrm>
          <a:prstGeom prst="rect">
            <a:avLst/>
          </a:prstGeom>
        </p:spPr>
      </p:pic>
    </p:spTree>
    <p:extLst>
      <p:ext uri="{BB962C8B-B14F-4D97-AF65-F5344CB8AC3E}">
        <p14:creationId xmlns:p14="http://schemas.microsoft.com/office/powerpoint/2010/main" val="475167576"/>
      </p:ext>
    </p:extLst>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12784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3" Type="http://schemas.openxmlformats.org/officeDocument/2006/relationships/slideLayout" Target="../slideLayouts/slideLayout6.xml"/><Relationship Id="rId21" Type="http://schemas.openxmlformats.org/officeDocument/2006/relationships/image" Target="../media/image3.png"/><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theme" Target="../theme/theme2.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076086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sldNum="0" hdr="0" ftr="0" dt="0"/>
  <p:txStyles>
    <p:titleStyle>
      <a:lvl1pPr algn="l" defTabSz="914217"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54" indent="-228554" algn="l" defTabSz="914217"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663" indent="-228554" algn="l" defTabSz="91421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771" indent="-228554" algn="l" defTabSz="91421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880"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989"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097"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206"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14"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423"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pic>
        <p:nvPicPr>
          <p:cNvPr id="7" name="Group 33319" descr="preencoded.png">
            <a:extLst>
              <a:ext uri="{FF2B5EF4-FFF2-40B4-BE49-F238E27FC236}">
                <a16:creationId xmlns:a16="http://schemas.microsoft.com/office/drawing/2014/main" id="{5643C071-2FFB-68EE-DD18-527675F8A5A6}"/>
              </a:ext>
            </a:extLst>
          </p:cNvPr>
          <p:cNvPicPr>
            <a:picLocks noChangeAspect="1"/>
          </p:cNvPicPr>
          <p:nvPr userDrawn="1"/>
        </p:nvPicPr>
        <p:blipFill>
          <a:blip r:embed="rId21"/>
          <a:srcRect l="86250" t="53645"/>
          <a:stretch/>
        </p:blipFill>
        <p:spPr>
          <a:xfrm>
            <a:off x="10515600" y="6463554"/>
            <a:ext cx="1676400" cy="172198"/>
          </a:xfrm>
          <a:prstGeom prst="rect">
            <a:avLst/>
          </a:prstGeom>
        </p:spPr>
      </p:pic>
      <p:cxnSp>
        <p:nvCxnSpPr>
          <p:cNvPr id="3" name="Straight Connector 2">
            <a:extLst>
              <a:ext uri="{FF2B5EF4-FFF2-40B4-BE49-F238E27FC236}">
                <a16:creationId xmlns:a16="http://schemas.microsoft.com/office/drawing/2014/main" id="{AF317031-CFAD-B13A-879C-23FDE314C20E}"/>
              </a:ext>
            </a:extLst>
          </p:cNvPr>
          <p:cNvCxnSpPr>
            <a:cxnSpLocks/>
          </p:cNvCxnSpPr>
          <p:nvPr userDrawn="1"/>
        </p:nvCxnSpPr>
        <p:spPr>
          <a:xfrm>
            <a:off x="0" y="664876"/>
            <a:ext cx="12192000" cy="0"/>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71BFABE4-0C3B-DA54-5992-D1CF549C2BF1}"/>
              </a:ext>
            </a:extLst>
          </p:cNvPr>
          <p:cNvCxnSpPr>
            <a:cxnSpLocks/>
          </p:cNvCxnSpPr>
          <p:nvPr userDrawn="1"/>
        </p:nvCxnSpPr>
        <p:spPr>
          <a:xfrm>
            <a:off x="0" y="6264276"/>
            <a:ext cx="12192000" cy="0"/>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751843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Lst>
  <p:txStyles>
    <p:titleStyle>
      <a:lvl1pPr algn="l" defTabSz="609433" rtl="0" eaLnBrk="1" latinLnBrk="0" hangingPunct="1">
        <a:lnSpc>
          <a:spcPct val="90000"/>
        </a:lnSpc>
        <a:spcBef>
          <a:spcPct val="0"/>
        </a:spcBef>
        <a:buNone/>
        <a:defRPr sz="2933" kern="1200">
          <a:solidFill>
            <a:schemeClr val="tx1"/>
          </a:solidFill>
          <a:latin typeface="+mj-lt"/>
          <a:ea typeface="+mj-ea"/>
          <a:cs typeface="+mj-cs"/>
        </a:defRPr>
      </a:lvl1pPr>
    </p:titleStyle>
    <p:bodyStyle>
      <a:lvl1pPr marL="152358" indent="-152358" algn="l" defTabSz="609433" rtl="0" eaLnBrk="1" latinLnBrk="0" hangingPunct="1">
        <a:lnSpc>
          <a:spcPct val="90000"/>
        </a:lnSpc>
        <a:spcBef>
          <a:spcPts val="666"/>
        </a:spcBef>
        <a:buFont typeface="Arial" panose="020B0604020202020204" pitchFamily="34" charset="0"/>
        <a:buChar char="•"/>
        <a:defRPr sz="1866" kern="1200">
          <a:solidFill>
            <a:schemeClr val="tx1"/>
          </a:solidFill>
          <a:latin typeface="+mn-lt"/>
          <a:ea typeface="+mn-ea"/>
          <a:cs typeface="+mn-cs"/>
        </a:defRPr>
      </a:lvl1pPr>
      <a:lvl2pPr marL="457075" indent="-152358" algn="l" defTabSz="609433" rtl="0" eaLnBrk="1" latinLnBrk="0" hangingPunct="1">
        <a:lnSpc>
          <a:spcPct val="90000"/>
        </a:lnSpc>
        <a:spcBef>
          <a:spcPts val="333"/>
        </a:spcBef>
        <a:buFont typeface="Arial" panose="020B0604020202020204" pitchFamily="34" charset="0"/>
        <a:buChar char="•"/>
        <a:defRPr sz="1600" kern="1200">
          <a:solidFill>
            <a:schemeClr val="tx1"/>
          </a:solidFill>
          <a:latin typeface="+mn-lt"/>
          <a:ea typeface="+mn-ea"/>
          <a:cs typeface="+mn-cs"/>
        </a:defRPr>
      </a:lvl2pPr>
      <a:lvl3pPr marL="761791" indent="-152358" algn="l" defTabSz="609433" rtl="0" eaLnBrk="1" latinLnBrk="0" hangingPunct="1">
        <a:lnSpc>
          <a:spcPct val="90000"/>
        </a:lnSpc>
        <a:spcBef>
          <a:spcPts val="333"/>
        </a:spcBef>
        <a:buFont typeface="Arial" panose="020B0604020202020204" pitchFamily="34" charset="0"/>
        <a:buChar char="•"/>
        <a:defRPr sz="1333" kern="1200">
          <a:solidFill>
            <a:schemeClr val="tx1"/>
          </a:solidFill>
          <a:latin typeface="+mn-lt"/>
          <a:ea typeface="+mn-ea"/>
          <a:cs typeface="+mn-cs"/>
        </a:defRPr>
      </a:lvl3pPr>
      <a:lvl4pPr marL="1066507"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4pPr>
      <a:lvl5pPr marL="1371223"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5pPr>
      <a:lvl6pPr marL="1675939"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0656"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372"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088"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433" rtl="0" eaLnBrk="1" latinLnBrk="0" hangingPunct="1">
        <a:defRPr sz="1200" kern="1200">
          <a:solidFill>
            <a:schemeClr val="tx1"/>
          </a:solidFill>
          <a:latin typeface="+mn-lt"/>
          <a:ea typeface="+mn-ea"/>
          <a:cs typeface="+mn-cs"/>
        </a:defRPr>
      </a:lvl1pPr>
      <a:lvl2pPr marL="304717" algn="l" defTabSz="609433" rtl="0" eaLnBrk="1" latinLnBrk="0" hangingPunct="1">
        <a:defRPr sz="1200" kern="1200">
          <a:solidFill>
            <a:schemeClr val="tx1"/>
          </a:solidFill>
          <a:latin typeface="+mn-lt"/>
          <a:ea typeface="+mn-ea"/>
          <a:cs typeface="+mn-cs"/>
        </a:defRPr>
      </a:lvl2pPr>
      <a:lvl3pPr marL="609433" algn="l" defTabSz="609433" rtl="0" eaLnBrk="1" latinLnBrk="0" hangingPunct="1">
        <a:defRPr sz="1200" kern="1200">
          <a:solidFill>
            <a:schemeClr val="tx1"/>
          </a:solidFill>
          <a:latin typeface="+mn-lt"/>
          <a:ea typeface="+mn-ea"/>
          <a:cs typeface="+mn-cs"/>
        </a:defRPr>
      </a:lvl3pPr>
      <a:lvl4pPr marL="914149" algn="l" defTabSz="609433" rtl="0" eaLnBrk="1" latinLnBrk="0" hangingPunct="1">
        <a:defRPr sz="1200" kern="1200">
          <a:solidFill>
            <a:schemeClr val="tx1"/>
          </a:solidFill>
          <a:latin typeface="+mn-lt"/>
          <a:ea typeface="+mn-ea"/>
          <a:cs typeface="+mn-cs"/>
        </a:defRPr>
      </a:lvl4pPr>
      <a:lvl5pPr marL="1218865" algn="l" defTabSz="609433" rtl="0" eaLnBrk="1" latinLnBrk="0" hangingPunct="1">
        <a:defRPr sz="1200" kern="1200">
          <a:solidFill>
            <a:schemeClr val="tx1"/>
          </a:solidFill>
          <a:latin typeface="+mn-lt"/>
          <a:ea typeface="+mn-ea"/>
          <a:cs typeface="+mn-cs"/>
        </a:defRPr>
      </a:lvl5pPr>
      <a:lvl6pPr marL="1523581" algn="l" defTabSz="609433" rtl="0" eaLnBrk="1" latinLnBrk="0" hangingPunct="1">
        <a:defRPr sz="1200" kern="1200">
          <a:solidFill>
            <a:schemeClr val="tx1"/>
          </a:solidFill>
          <a:latin typeface="+mn-lt"/>
          <a:ea typeface="+mn-ea"/>
          <a:cs typeface="+mn-cs"/>
        </a:defRPr>
      </a:lvl6pPr>
      <a:lvl7pPr marL="1828298" algn="l" defTabSz="609433" rtl="0" eaLnBrk="1" latinLnBrk="0" hangingPunct="1">
        <a:defRPr sz="1200" kern="1200">
          <a:solidFill>
            <a:schemeClr val="tx1"/>
          </a:solidFill>
          <a:latin typeface="+mn-lt"/>
          <a:ea typeface="+mn-ea"/>
          <a:cs typeface="+mn-cs"/>
        </a:defRPr>
      </a:lvl7pPr>
      <a:lvl8pPr marL="2133013" algn="l" defTabSz="609433" rtl="0" eaLnBrk="1" latinLnBrk="0" hangingPunct="1">
        <a:defRPr sz="1200" kern="1200">
          <a:solidFill>
            <a:schemeClr val="tx1"/>
          </a:solidFill>
          <a:latin typeface="+mn-lt"/>
          <a:ea typeface="+mn-ea"/>
          <a:cs typeface="+mn-cs"/>
        </a:defRPr>
      </a:lvl8pPr>
      <a:lvl9pPr marL="2437730" algn="l" defTabSz="609433"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confluence.atlassian.starbucks.com/wiki/spaces/MON/pages/4223337597/Feature+Lineage+AI+Generated" TargetMode="Externa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hyperlink" Target="https://scm.starbucks.com/jcourboi/CustomerStatesEDA/blob/main/feature_list_for_Customer_States.md" TargetMode="External"/><Relationship Id="rId2" Type="http://schemas.microsoft.com/office/2018/10/relationships/comments" Target="../comments/modernComment_10A_F1377650.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Layout" Target="../slideLayouts/slideLayout6.xml"/><Relationship Id="rId4" Type="http://schemas.openxmlformats.org/officeDocument/2006/relationships/image" Target="../media/image22.svg"/></Relationships>
</file>

<file path=ppt/slides/_rels/slide29.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hyperlink" Target="https://scm.starbucks.com/DEA/blend360_eda_playground/blob/mm_rfm/databricks/rfm_states/state_validation.ipynb" TargetMode="Externa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hyperlink" Target="https://scm.starbucks.com/jcourboi/CustomerStatesEDA/blob/main/behaviorApproach.md" TargetMode="Externa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BB4B37D-D3E5-5B01-DF37-73CD4235C034}"/>
              </a:ext>
            </a:extLst>
          </p:cNvPr>
          <p:cNvSpPr>
            <a:spLocks noGrp="1"/>
          </p:cNvSpPr>
          <p:nvPr>
            <p:ph type="body" sz="quarter" idx="11"/>
          </p:nvPr>
        </p:nvSpPr>
        <p:spPr>
          <a:xfrm>
            <a:off x="1042947" y="4026845"/>
            <a:ext cx="4117527" cy="843492"/>
          </a:xfrm>
        </p:spPr>
        <p:txBody>
          <a:bodyPr/>
          <a:lstStyle/>
          <a:p>
            <a:r>
              <a:rPr lang="en-US"/>
              <a:t>June 2026</a:t>
            </a:r>
          </a:p>
        </p:txBody>
      </p:sp>
      <p:sp>
        <p:nvSpPr>
          <p:cNvPr id="3" name="Text Placeholder 2">
            <a:extLst>
              <a:ext uri="{FF2B5EF4-FFF2-40B4-BE49-F238E27FC236}">
                <a16:creationId xmlns:a16="http://schemas.microsoft.com/office/drawing/2014/main" id="{2BC4F582-C310-38CD-5A66-DBF0B0643B00}"/>
              </a:ext>
            </a:extLst>
          </p:cNvPr>
          <p:cNvSpPr>
            <a:spLocks noGrp="1"/>
          </p:cNvSpPr>
          <p:nvPr>
            <p:ph type="body" sz="quarter" idx="12"/>
          </p:nvPr>
        </p:nvSpPr>
        <p:spPr/>
        <p:txBody>
          <a:bodyPr/>
          <a:lstStyle/>
          <a:p>
            <a:r>
              <a:rPr lang="en-US"/>
              <a:t>Customer 360</a:t>
            </a:r>
          </a:p>
        </p:txBody>
      </p:sp>
      <p:sp>
        <p:nvSpPr>
          <p:cNvPr id="2" name="Text Placeholder 2">
            <a:extLst>
              <a:ext uri="{FF2B5EF4-FFF2-40B4-BE49-F238E27FC236}">
                <a16:creationId xmlns:a16="http://schemas.microsoft.com/office/drawing/2014/main" id="{CB0E5766-227A-DA06-28FB-3D21D7FB8C79}"/>
              </a:ext>
            </a:extLst>
          </p:cNvPr>
          <p:cNvSpPr txBox="1">
            <a:spLocks/>
          </p:cNvSpPr>
          <p:nvPr/>
        </p:nvSpPr>
        <p:spPr>
          <a:xfrm>
            <a:off x="1041450" y="2946349"/>
            <a:ext cx="9596371" cy="977887"/>
          </a:xfrm>
          <a:prstGeom prst="rect">
            <a:avLst/>
          </a:prstGeom>
        </p:spPr>
        <p:txBody>
          <a:bodyPr lIns="0"/>
          <a:lstStyle>
            <a:lvl1pPr marL="0" indent="0" algn="l" defTabSz="1828800" rtl="0" eaLnBrk="1" latinLnBrk="0" hangingPunct="1">
              <a:lnSpc>
                <a:spcPts val="13333"/>
              </a:lnSpc>
              <a:spcBef>
                <a:spcPts val="2000"/>
              </a:spcBef>
              <a:buFont typeface="Arial" panose="020B0604020202020204" pitchFamily="34" charset="0"/>
              <a:buNone/>
              <a:defRPr sz="12000" b="1" kern="1200">
                <a:solidFill>
                  <a:schemeClr val="accent4"/>
                </a:solidFill>
                <a:latin typeface="SoDo Sans" pitchFamily="2" charset="77"/>
                <a:ea typeface="SoDo Sans" pitchFamily="2" charset="77"/>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914217" rtl="0" eaLnBrk="1" fontAlgn="auto" latinLnBrk="0" hangingPunct="1">
              <a:lnSpc>
                <a:spcPts val="6665"/>
              </a:lnSpc>
              <a:spcBef>
                <a:spcPts val="1000"/>
              </a:spcBef>
              <a:spcAft>
                <a:spcPts val="0"/>
              </a:spcAft>
              <a:buClrTx/>
              <a:buSzTx/>
              <a:buFont typeface="Arial" panose="020B0604020202020204" pitchFamily="34" charset="0"/>
              <a:buNone/>
              <a:tabLst/>
              <a:defRPr/>
            </a:pPr>
            <a:r>
              <a:rPr kumimoji="0" lang="en-US" sz="4799" b="0" i="0" u="none" strike="noStrike" kern="1200" cap="none" spc="0" normalizeH="0" baseline="0" noProof="0">
                <a:ln>
                  <a:noFill/>
                </a:ln>
                <a:solidFill>
                  <a:srgbClr val="F7F0E3"/>
                </a:solidFill>
                <a:effectLst/>
                <a:uLnTx/>
                <a:uFillTx/>
                <a:latin typeface="SoDo Sans Light" panose="00000400000000000000" pitchFamily="50" charset="0"/>
                <a:ea typeface="SoDo Sans Light" panose="00000400000000000000" pitchFamily="50" charset="0"/>
                <a:cs typeface="+mn-cs"/>
              </a:rPr>
              <a:t>Customer States </a:t>
            </a:r>
          </a:p>
        </p:txBody>
      </p:sp>
    </p:spTree>
    <p:extLst>
      <p:ext uri="{BB962C8B-B14F-4D97-AF65-F5344CB8AC3E}">
        <p14:creationId xmlns:p14="http://schemas.microsoft.com/office/powerpoint/2010/main" val="3206237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FFEC5D-119C-5597-6B9C-CF0F206E3C92}"/>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5345E934-DB04-7B48-900A-C494F13713C0}"/>
              </a:ext>
            </a:extLst>
          </p:cNvPr>
          <p:cNvSpPr>
            <a:spLocks noGrp="1"/>
          </p:cNvSpPr>
          <p:nvPr>
            <p:ph type="body" sz="quarter" idx="10"/>
          </p:nvPr>
        </p:nvSpPr>
        <p:spPr/>
        <p:txBody>
          <a:bodyPr/>
          <a:lstStyle/>
          <a:p>
            <a:r>
              <a:rPr lang="en-US"/>
              <a:t>Customer States June 2 - Alignment</a:t>
            </a:r>
          </a:p>
        </p:txBody>
      </p:sp>
      <p:sp>
        <p:nvSpPr>
          <p:cNvPr id="4" name="TextBox 3">
            <a:extLst>
              <a:ext uri="{FF2B5EF4-FFF2-40B4-BE49-F238E27FC236}">
                <a16:creationId xmlns:a16="http://schemas.microsoft.com/office/drawing/2014/main" id="{893D9606-8DEA-5322-8F90-168BEE037FA2}"/>
              </a:ext>
            </a:extLst>
          </p:cNvPr>
          <p:cNvSpPr txBox="1"/>
          <p:nvPr/>
        </p:nvSpPr>
        <p:spPr>
          <a:xfrm>
            <a:off x="701360" y="981777"/>
            <a:ext cx="10303157" cy="5078313"/>
          </a:xfrm>
          <a:prstGeom prst="rect">
            <a:avLst/>
          </a:prstGeom>
          <a:noFill/>
        </p:spPr>
        <p:txBody>
          <a:bodyPr wrap="square" rtlCol="0">
            <a:spAutoFit/>
          </a:bodyPr>
          <a:lstStyle/>
          <a:p>
            <a:r>
              <a:rPr lang="en-US">
                <a:latin typeface="SoDo Sans" panose="00000500000000000000" pitchFamily="2" charset="0"/>
                <a:ea typeface="SoDo Sans" panose="00000500000000000000" pitchFamily="2" charset="0"/>
              </a:rPr>
              <a:t>Agenda</a:t>
            </a:r>
          </a:p>
          <a:p>
            <a:endParaRPr lang="en-US">
              <a:latin typeface="SoDo Sans" panose="00000500000000000000" pitchFamily="2" charset="0"/>
              <a:ea typeface="SoDo Sans" panose="00000500000000000000" pitchFamily="2" charset="0"/>
            </a:endParaRPr>
          </a:p>
          <a:p>
            <a:pPr marL="342900" indent="-342900">
              <a:buFont typeface="+mj-lt"/>
              <a:buAutoNum type="arabicPeriod"/>
            </a:pPr>
            <a:r>
              <a:rPr lang="en-US" b="1">
                <a:latin typeface="SoDo Sans" panose="00000500000000000000" pitchFamily="2" charset="0"/>
                <a:ea typeface="SoDo Sans" panose="00000500000000000000" pitchFamily="2" charset="0"/>
              </a:rPr>
              <a:t>Progress</a:t>
            </a:r>
          </a:p>
          <a:p>
            <a:pPr marL="342900" indent="-342900">
              <a:buFont typeface="+mj-lt"/>
              <a:buAutoNum type="arabicPeriod"/>
            </a:pPr>
            <a:endParaRPr lang="en-US">
              <a:latin typeface="SoDo Sans" panose="00000500000000000000" pitchFamily="2" charset="0"/>
              <a:ea typeface="SoDo Sans" panose="00000500000000000000" pitchFamily="2" charset="0"/>
            </a:endParaRPr>
          </a:p>
          <a:p>
            <a:pPr marL="342900" indent="-342900">
              <a:buFont typeface="+mj-lt"/>
              <a:buAutoNum type="arabicPeriod"/>
            </a:pPr>
            <a:r>
              <a:rPr lang="en-US" b="1">
                <a:latin typeface="SoDo Sans" panose="00000500000000000000" pitchFamily="2" charset="0"/>
                <a:ea typeface="SoDo Sans" panose="00000500000000000000" pitchFamily="2" charset="0"/>
              </a:rPr>
              <a:t>States Framework </a:t>
            </a:r>
            <a:r>
              <a:rPr lang="en-US">
                <a:latin typeface="SoDo Sans" panose="00000500000000000000" pitchFamily="2" charset="0"/>
                <a:ea typeface="SoDo Sans" panose="00000500000000000000" pitchFamily="2" charset="0"/>
              </a:rPr>
              <a:t>– alignment on the framework for the States.</a:t>
            </a:r>
          </a:p>
          <a:p>
            <a:pPr marL="342900" indent="-342900">
              <a:buFont typeface="+mj-lt"/>
              <a:buAutoNum type="arabicPeriod"/>
            </a:pPr>
            <a:endParaRPr lang="en-US">
              <a:latin typeface="SoDo Sans" panose="00000500000000000000" pitchFamily="2" charset="0"/>
              <a:ea typeface="SoDo Sans" panose="00000500000000000000" pitchFamily="2" charset="0"/>
            </a:endParaRPr>
          </a:p>
          <a:p>
            <a:pPr marL="342900" indent="-342900">
              <a:buFont typeface="+mj-lt"/>
              <a:buAutoNum type="arabicPeriod"/>
            </a:pPr>
            <a:r>
              <a:rPr lang="en-US" b="1">
                <a:latin typeface="SoDo Sans" panose="00000500000000000000" pitchFamily="2" charset="0"/>
                <a:ea typeface="SoDo Sans" panose="00000500000000000000" pitchFamily="2" charset="0"/>
              </a:rPr>
              <a:t>Approach for defining behaviors</a:t>
            </a:r>
            <a:br>
              <a:rPr lang="en-US" b="1">
                <a:latin typeface="SoDo Sans" panose="00000500000000000000" pitchFamily="2" charset="0"/>
                <a:ea typeface="SoDo Sans" panose="00000500000000000000" pitchFamily="2" charset="0"/>
              </a:rPr>
            </a:br>
            <a:endParaRPr lang="en-US" b="1">
              <a:latin typeface="SoDo Sans" panose="00000500000000000000" pitchFamily="2" charset="0"/>
              <a:ea typeface="SoDo Sans" panose="00000500000000000000" pitchFamily="2" charset="0"/>
            </a:endParaRPr>
          </a:p>
          <a:p>
            <a:pPr marL="342900" indent="-342900">
              <a:buFont typeface="+mj-lt"/>
              <a:buAutoNum type="arabicPeriod"/>
            </a:pPr>
            <a:r>
              <a:rPr lang="en-US" b="1">
                <a:latin typeface="SoDo Sans" panose="00000500000000000000" pitchFamily="2" charset="0"/>
                <a:ea typeface="SoDo Sans" panose="00000500000000000000" pitchFamily="2" charset="0"/>
              </a:rPr>
              <a:t>Variable importance </a:t>
            </a:r>
          </a:p>
          <a:p>
            <a:pPr marL="800100" lvl="1" indent="-342900">
              <a:buFont typeface="+mj-lt"/>
              <a:buAutoNum type="arabicPeriod"/>
            </a:pPr>
            <a:r>
              <a:rPr lang="en-US">
                <a:latin typeface="SoDo Sans" panose="00000500000000000000" pitchFamily="2" charset="0"/>
                <a:ea typeface="SoDo Sans" panose="00000500000000000000" pitchFamily="2" charset="0"/>
              </a:rPr>
              <a:t>RFMC features</a:t>
            </a:r>
            <a:endParaRPr lang="en-US">
              <a:latin typeface="SoDo Sans" panose="00000500000000000000" pitchFamily="2" charset="0"/>
              <a:ea typeface="SoDo Sans" panose="00000500000000000000" pitchFamily="2" charset="0"/>
              <a:sym typeface="Wingdings" panose="05000000000000000000" pitchFamily="2" charset="2"/>
            </a:endParaRPr>
          </a:p>
          <a:p>
            <a:pPr marL="800100" lvl="1" indent="-342900">
              <a:buFont typeface="+mj-lt"/>
              <a:buAutoNum type="arabicPeriod"/>
            </a:pPr>
            <a:r>
              <a:rPr lang="en-US">
                <a:latin typeface="SoDo Sans" panose="00000500000000000000" pitchFamily="2" charset="0"/>
                <a:ea typeface="SoDo Sans" panose="00000500000000000000" pitchFamily="2" charset="0"/>
                <a:sym typeface="Wingdings" panose="05000000000000000000" pitchFamily="2" charset="2"/>
              </a:rPr>
              <a:t>Behavior features</a:t>
            </a:r>
          </a:p>
          <a:p>
            <a:pPr marL="800100" lvl="1" indent="-342900">
              <a:buFont typeface="+mj-lt"/>
              <a:buAutoNum type="arabicPeriod"/>
            </a:pPr>
            <a:endParaRPr lang="en-US">
              <a:latin typeface="SoDo Sans" panose="00000500000000000000" pitchFamily="2" charset="0"/>
              <a:ea typeface="SoDo Sans" panose="00000500000000000000" pitchFamily="2" charset="0"/>
              <a:sym typeface="Wingdings" panose="05000000000000000000" pitchFamily="2" charset="2"/>
            </a:endParaRPr>
          </a:p>
          <a:p>
            <a:pPr marL="342900" indent="-342900">
              <a:buFont typeface="+mj-lt"/>
              <a:buAutoNum type="arabicPeriod"/>
            </a:pPr>
            <a:r>
              <a:rPr lang="en-US" b="1">
                <a:latin typeface="SoDo Sans" panose="00000500000000000000" pitchFamily="2" charset="0"/>
                <a:ea typeface="SoDo Sans" panose="00000500000000000000" pitchFamily="2" charset="0"/>
              </a:rPr>
              <a:t>State Methodology</a:t>
            </a:r>
          </a:p>
          <a:p>
            <a:pPr marL="342900" indent="-342900">
              <a:buFont typeface="+mj-lt"/>
              <a:buAutoNum type="arabicPeriod"/>
            </a:pPr>
            <a:endParaRPr lang="en-US">
              <a:latin typeface="SoDo Sans" panose="00000500000000000000" pitchFamily="2" charset="0"/>
              <a:ea typeface="SoDo Sans" panose="00000500000000000000" pitchFamily="2" charset="0"/>
            </a:endParaRPr>
          </a:p>
          <a:p>
            <a:pPr marL="342900" indent="-342900">
              <a:buFont typeface="+mj-lt"/>
              <a:buAutoNum type="arabicPeriod"/>
            </a:pPr>
            <a:r>
              <a:rPr lang="en-US" b="1">
                <a:latin typeface="SoDo Sans" panose="00000500000000000000" pitchFamily="2" charset="0"/>
                <a:ea typeface="SoDo Sans" panose="00000500000000000000" pitchFamily="2" charset="0"/>
              </a:rPr>
              <a:t>Predictive Models Introduction</a:t>
            </a:r>
          </a:p>
          <a:p>
            <a:pPr marL="342900" indent="-342900">
              <a:buFont typeface="+mj-lt"/>
              <a:buAutoNum type="arabicPeriod"/>
            </a:pPr>
            <a:endParaRPr lang="en-US">
              <a:latin typeface="SoDo Sans" panose="00000500000000000000" pitchFamily="2" charset="0"/>
              <a:ea typeface="SoDo Sans" panose="00000500000000000000" pitchFamily="2" charset="0"/>
            </a:endParaRPr>
          </a:p>
          <a:p>
            <a:pPr marL="342900" indent="-342900">
              <a:buFont typeface="+mj-lt"/>
              <a:buAutoNum type="arabicPeriod"/>
            </a:pPr>
            <a:r>
              <a:rPr lang="en-US" b="1">
                <a:latin typeface="SoDo Sans" panose="00000500000000000000" pitchFamily="2" charset="0"/>
                <a:ea typeface="SoDo Sans" panose="00000500000000000000" pitchFamily="2" charset="0"/>
              </a:rPr>
              <a:t>What is next</a:t>
            </a:r>
          </a:p>
          <a:p>
            <a:endParaRPr lang="en-US">
              <a:latin typeface="SoDo Sans" panose="00000500000000000000" pitchFamily="2" charset="0"/>
              <a:ea typeface="SoDo Sans" panose="00000500000000000000" pitchFamily="2" charset="0"/>
            </a:endParaRPr>
          </a:p>
        </p:txBody>
      </p:sp>
    </p:spTree>
    <p:extLst>
      <p:ext uri="{BB962C8B-B14F-4D97-AF65-F5344CB8AC3E}">
        <p14:creationId xmlns:p14="http://schemas.microsoft.com/office/powerpoint/2010/main" val="2344890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D43355-DDAA-5998-154D-87BC1655E09E}"/>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4FBE7DB0-1EB3-BC84-6BB2-3C523983BDDA}"/>
              </a:ext>
            </a:extLst>
          </p:cNvPr>
          <p:cNvSpPr>
            <a:spLocks noGrp="1"/>
          </p:cNvSpPr>
          <p:nvPr>
            <p:ph type="body" sz="quarter" idx="11"/>
          </p:nvPr>
        </p:nvSpPr>
        <p:spPr>
          <a:xfrm>
            <a:off x="3206105" y="1543854"/>
            <a:ext cx="6087533" cy="2264641"/>
          </a:xfrm>
        </p:spPr>
        <p:txBody>
          <a:bodyPr/>
          <a:lstStyle/>
          <a:p>
            <a:pPr algn="ctr"/>
            <a:r>
              <a:rPr lang="en-US"/>
              <a:t>The purpose of today’s meeting is to get alignment on the outputs and approach</a:t>
            </a:r>
          </a:p>
          <a:p>
            <a:pPr algn="ctr"/>
            <a:endParaRPr lang="en-US"/>
          </a:p>
          <a:p>
            <a:pPr algn="ctr"/>
            <a:r>
              <a:rPr lang="en-US"/>
              <a:t>We’ll show you some data as well</a:t>
            </a:r>
          </a:p>
        </p:txBody>
      </p:sp>
      <p:sp>
        <p:nvSpPr>
          <p:cNvPr id="4" name="Text Placeholder 3">
            <a:extLst>
              <a:ext uri="{FF2B5EF4-FFF2-40B4-BE49-F238E27FC236}">
                <a16:creationId xmlns:a16="http://schemas.microsoft.com/office/drawing/2014/main" id="{D1F12494-1A85-E9F6-0FB7-883F58FC7E5F}"/>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2D924799-A278-3497-17F7-0964E1F56D01}"/>
              </a:ext>
            </a:extLst>
          </p:cNvPr>
          <p:cNvSpPr txBox="1"/>
          <p:nvPr/>
        </p:nvSpPr>
        <p:spPr>
          <a:xfrm>
            <a:off x="468707" y="5768042"/>
            <a:ext cx="10972800" cy="406400"/>
          </a:xfrm>
          <a:prstGeom prst="rect">
            <a:avLst/>
          </a:prstGeom>
          <a:noFill/>
        </p:spPr>
        <p:txBody>
          <a:bodyPr vertOverflow="overflow" vert="horz" wrap="square" rtlCol="0" anchor="t">
            <a:noAutofit/>
          </a:bodyPr>
          <a:lstStyle/>
          <a:p>
            <a:r>
              <a:rPr lang="en-US" sz="1200" i="1">
                <a:solidFill>
                  <a:schemeClr val="accent4">
                    <a:lumMod val="25000"/>
                  </a:schemeClr>
                </a:solidFill>
                <a:latin typeface="SoDo Sans" panose="00000500000000000000"/>
              </a:rPr>
              <a:t>This is an internal slide show for the analytics team and not designed for a wider audience. Much of the material will be difficult to understand without proper context and discussion.</a:t>
            </a:r>
          </a:p>
        </p:txBody>
      </p:sp>
    </p:spTree>
    <p:extLst>
      <p:ext uri="{BB962C8B-B14F-4D97-AF65-F5344CB8AC3E}">
        <p14:creationId xmlns:p14="http://schemas.microsoft.com/office/powerpoint/2010/main" val="1609887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D58D6-52D4-FC27-740A-D11513343DCE}"/>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AAFB283-FB2B-D2E8-8743-849E46BD3D8C}"/>
              </a:ext>
            </a:extLst>
          </p:cNvPr>
          <p:cNvSpPr>
            <a:spLocks noGrp="1"/>
          </p:cNvSpPr>
          <p:nvPr>
            <p:ph type="body" sz="quarter" idx="10"/>
          </p:nvPr>
        </p:nvSpPr>
        <p:spPr>
          <a:xfrm>
            <a:off x="125430" y="98730"/>
            <a:ext cx="2615142" cy="441326"/>
          </a:xfrm>
        </p:spPr>
        <p:txBody>
          <a:bodyPr/>
          <a:lstStyle/>
          <a:p>
            <a:r>
              <a:rPr lang="en-US"/>
              <a:t>Customer 360 | FY26 Roadmap</a:t>
            </a:r>
          </a:p>
          <a:p>
            <a:r>
              <a:rPr lang="en-US" i="1"/>
              <a:t>Updated 5/22/26</a:t>
            </a:r>
            <a:endParaRPr lang="en-US" i="1">
              <a:highlight>
                <a:srgbClr val="FFFF00"/>
              </a:highlight>
            </a:endParaRPr>
          </a:p>
        </p:txBody>
      </p:sp>
      <p:grpSp>
        <p:nvGrpSpPr>
          <p:cNvPr id="37" name="Group 36">
            <a:extLst>
              <a:ext uri="{FF2B5EF4-FFF2-40B4-BE49-F238E27FC236}">
                <a16:creationId xmlns:a16="http://schemas.microsoft.com/office/drawing/2014/main" id="{42DEAEDC-F333-6378-6116-32D0D6BA7A0C}"/>
              </a:ext>
            </a:extLst>
          </p:cNvPr>
          <p:cNvGrpSpPr/>
          <p:nvPr/>
        </p:nvGrpSpPr>
        <p:grpSpPr>
          <a:xfrm>
            <a:off x="5286814" y="319393"/>
            <a:ext cx="6714614" cy="261950"/>
            <a:chOff x="5286814" y="319393"/>
            <a:chExt cx="6714614" cy="261950"/>
          </a:xfrm>
        </p:grpSpPr>
        <p:grpSp>
          <p:nvGrpSpPr>
            <p:cNvPr id="43" name="Group 42">
              <a:extLst>
                <a:ext uri="{FF2B5EF4-FFF2-40B4-BE49-F238E27FC236}">
                  <a16:creationId xmlns:a16="http://schemas.microsoft.com/office/drawing/2014/main" id="{86F48B11-FF0A-F8BA-47B1-D065091F2914}"/>
                </a:ext>
              </a:extLst>
            </p:cNvPr>
            <p:cNvGrpSpPr/>
            <p:nvPr/>
          </p:nvGrpSpPr>
          <p:grpSpPr>
            <a:xfrm>
              <a:off x="6375400" y="319393"/>
              <a:ext cx="5626028" cy="261950"/>
              <a:chOff x="6303944" y="986218"/>
              <a:chExt cx="5626028" cy="261950"/>
            </a:xfrm>
          </p:grpSpPr>
          <p:grpSp>
            <p:nvGrpSpPr>
              <p:cNvPr id="48" name="Group 47">
                <a:extLst>
                  <a:ext uri="{FF2B5EF4-FFF2-40B4-BE49-F238E27FC236}">
                    <a16:creationId xmlns:a16="http://schemas.microsoft.com/office/drawing/2014/main" id="{E9B7DC00-5DBF-AF72-C1D0-500A36022373}"/>
                  </a:ext>
                </a:extLst>
              </p:cNvPr>
              <p:cNvGrpSpPr/>
              <p:nvPr/>
            </p:nvGrpSpPr>
            <p:grpSpPr>
              <a:xfrm>
                <a:off x="7172372" y="1017336"/>
                <a:ext cx="4757600" cy="230832"/>
                <a:chOff x="7172372" y="1025322"/>
                <a:chExt cx="4757600" cy="230832"/>
              </a:xfrm>
            </p:grpSpPr>
            <p:grpSp>
              <p:nvGrpSpPr>
                <p:cNvPr id="57" name="Group 56">
                  <a:extLst>
                    <a:ext uri="{FF2B5EF4-FFF2-40B4-BE49-F238E27FC236}">
                      <a16:creationId xmlns:a16="http://schemas.microsoft.com/office/drawing/2014/main" id="{3DD1C642-7B22-E942-A3CE-9687481B6CED}"/>
                    </a:ext>
                  </a:extLst>
                </p:cNvPr>
                <p:cNvGrpSpPr/>
                <p:nvPr/>
              </p:nvGrpSpPr>
              <p:grpSpPr>
                <a:xfrm>
                  <a:off x="8208998" y="1025322"/>
                  <a:ext cx="3720974" cy="230832"/>
                  <a:chOff x="6283105" y="1025322"/>
                  <a:chExt cx="3720974" cy="230832"/>
                </a:xfrm>
              </p:grpSpPr>
              <p:grpSp>
                <p:nvGrpSpPr>
                  <p:cNvPr id="61" name="Group 60">
                    <a:extLst>
                      <a:ext uri="{FF2B5EF4-FFF2-40B4-BE49-F238E27FC236}">
                        <a16:creationId xmlns:a16="http://schemas.microsoft.com/office/drawing/2014/main" id="{F01794E0-4B61-C9CF-0569-C36E69312CA4}"/>
                      </a:ext>
                    </a:extLst>
                  </p:cNvPr>
                  <p:cNvGrpSpPr/>
                  <p:nvPr/>
                </p:nvGrpSpPr>
                <p:grpSpPr>
                  <a:xfrm>
                    <a:off x="6283105" y="1025322"/>
                    <a:ext cx="950613" cy="230832"/>
                    <a:chOff x="6120143" y="963797"/>
                    <a:chExt cx="950613" cy="230832"/>
                  </a:xfrm>
                </p:grpSpPr>
                <p:sp>
                  <p:nvSpPr>
                    <p:cNvPr id="71" name="Rectangle 70">
                      <a:extLst>
                        <a:ext uri="{FF2B5EF4-FFF2-40B4-BE49-F238E27FC236}">
                          <a16:creationId xmlns:a16="http://schemas.microsoft.com/office/drawing/2014/main" id="{A4C4BE43-161E-D9E3-E517-3ADD30BD5314}"/>
                        </a:ext>
                      </a:extLst>
                    </p:cNvPr>
                    <p:cNvSpPr>
                      <a:spLocks noChangeAspect="1"/>
                    </p:cNvSpPr>
                    <p:nvPr/>
                  </p:nvSpPr>
                  <p:spPr>
                    <a:xfrm>
                      <a:off x="6120143" y="970571"/>
                      <a:ext cx="217284" cy="217284"/>
                    </a:xfrm>
                    <a:prstGeom prst="rect">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EFFFE"/>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DF3E8955-D45D-6B75-F2A8-644E8D189B1B}"/>
                        </a:ext>
                      </a:extLst>
                    </p:cNvPr>
                    <p:cNvSpPr txBox="1"/>
                    <p:nvPr/>
                  </p:nvSpPr>
                  <p:spPr>
                    <a:xfrm>
                      <a:off x="6337427" y="963797"/>
                      <a:ext cx="733329"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On Track</a:t>
                      </a:r>
                    </a:p>
                  </p:txBody>
                </p:sp>
              </p:grpSp>
              <p:grpSp>
                <p:nvGrpSpPr>
                  <p:cNvPr id="62" name="Group 61">
                    <a:extLst>
                      <a:ext uri="{FF2B5EF4-FFF2-40B4-BE49-F238E27FC236}">
                        <a16:creationId xmlns:a16="http://schemas.microsoft.com/office/drawing/2014/main" id="{A0B9C483-4DFD-211C-438D-59CE602E841D}"/>
                      </a:ext>
                    </a:extLst>
                  </p:cNvPr>
                  <p:cNvGrpSpPr/>
                  <p:nvPr/>
                </p:nvGrpSpPr>
                <p:grpSpPr>
                  <a:xfrm>
                    <a:off x="7233718" y="1025322"/>
                    <a:ext cx="950613" cy="230832"/>
                    <a:chOff x="6120143" y="963797"/>
                    <a:chExt cx="950613" cy="230832"/>
                  </a:xfrm>
                </p:grpSpPr>
                <p:sp>
                  <p:nvSpPr>
                    <p:cNvPr id="69" name="Rectangle 68">
                      <a:extLst>
                        <a:ext uri="{FF2B5EF4-FFF2-40B4-BE49-F238E27FC236}">
                          <a16:creationId xmlns:a16="http://schemas.microsoft.com/office/drawing/2014/main" id="{68A9B0FD-23DF-8FD0-CD64-5D87A5C7C0D7}"/>
                        </a:ext>
                      </a:extLst>
                    </p:cNvPr>
                    <p:cNvSpPr>
                      <a:spLocks noChangeAspect="1"/>
                    </p:cNvSpPr>
                    <p:nvPr/>
                  </p:nvSpPr>
                  <p:spPr>
                    <a:xfrm>
                      <a:off x="6120143" y="970571"/>
                      <a:ext cx="217284" cy="217284"/>
                    </a:xfrm>
                    <a:prstGeom prst="rect">
                      <a:avLst/>
                    </a:prstGeom>
                    <a:solidFill>
                      <a:srgbClr val="FFCC99">
                        <a:alpha val="50196"/>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EFFFE"/>
                        </a:solidFill>
                        <a:effectLst/>
                        <a:uLnTx/>
                        <a:uFillTx/>
                        <a:latin typeface="Calibri" panose="020F0502020204030204"/>
                        <a:ea typeface="+mn-ea"/>
                        <a:cs typeface="+mn-cs"/>
                      </a:endParaRPr>
                    </a:p>
                  </p:txBody>
                </p:sp>
                <p:sp>
                  <p:nvSpPr>
                    <p:cNvPr id="70" name="TextBox 69">
                      <a:extLst>
                        <a:ext uri="{FF2B5EF4-FFF2-40B4-BE49-F238E27FC236}">
                          <a16:creationId xmlns:a16="http://schemas.microsoft.com/office/drawing/2014/main" id="{3EE13944-AB1C-B2BF-0B0D-F6470972AB66}"/>
                        </a:ext>
                      </a:extLst>
                    </p:cNvPr>
                    <p:cNvSpPr txBox="1"/>
                    <p:nvPr/>
                  </p:nvSpPr>
                  <p:spPr>
                    <a:xfrm>
                      <a:off x="6337427" y="963797"/>
                      <a:ext cx="733329"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At Risk</a:t>
                      </a:r>
                    </a:p>
                  </p:txBody>
                </p:sp>
              </p:grpSp>
              <p:grpSp>
                <p:nvGrpSpPr>
                  <p:cNvPr id="63" name="Group 62">
                    <a:extLst>
                      <a:ext uri="{FF2B5EF4-FFF2-40B4-BE49-F238E27FC236}">
                        <a16:creationId xmlns:a16="http://schemas.microsoft.com/office/drawing/2014/main" id="{9E679A32-FCC6-ED8E-5491-59A6B10622F9}"/>
                      </a:ext>
                    </a:extLst>
                  </p:cNvPr>
                  <p:cNvGrpSpPr/>
                  <p:nvPr/>
                </p:nvGrpSpPr>
                <p:grpSpPr>
                  <a:xfrm>
                    <a:off x="8034950" y="1025322"/>
                    <a:ext cx="950613" cy="230832"/>
                    <a:chOff x="6120143" y="963797"/>
                    <a:chExt cx="950613" cy="230832"/>
                  </a:xfrm>
                </p:grpSpPr>
                <p:sp>
                  <p:nvSpPr>
                    <p:cNvPr id="67" name="Rectangle 66">
                      <a:extLst>
                        <a:ext uri="{FF2B5EF4-FFF2-40B4-BE49-F238E27FC236}">
                          <a16:creationId xmlns:a16="http://schemas.microsoft.com/office/drawing/2014/main" id="{B221DC2A-662A-C19F-3828-ACBDAAFF7E54}"/>
                        </a:ext>
                      </a:extLst>
                    </p:cNvPr>
                    <p:cNvSpPr>
                      <a:spLocks noChangeAspect="1"/>
                    </p:cNvSpPr>
                    <p:nvPr/>
                  </p:nvSpPr>
                  <p:spPr>
                    <a:xfrm>
                      <a:off x="6120143" y="970571"/>
                      <a:ext cx="217284" cy="217284"/>
                    </a:xfrm>
                    <a:prstGeom prst="rect">
                      <a:avLst/>
                    </a:prstGeom>
                    <a:solidFill>
                      <a:srgbClr val="FFCCCC">
                        <a:alpha val="49804"/>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EFFFE"/>
                        </a:solidFill>
                        <a:effectLst/>
                        <a:uLnTx/>
                        <a:uFillTx/>
                        <a:latin typeface="Calibri" panose="020F0502020204030204"/>
                        <a:ea typeface="+mn-ea"/>
                        <a:cs typeface="+mn-cs"/>
                      </a:endParaRPr>
                    </a:p>
                  </p:txBody>
                </p:sp>
                <p:sp>
                  <p:nvSpPr>
                    <p:cNvPr id="68" name="TextBox 67">
                      <a:extLst>
                        <a:ext uri="{FF2B5EF4-FFF2-40B4-BE49-F238E27FC236}">
                          <a16:creationId xmlns:a16="http://schemas.microsoft.com/office/drawing/2014/main" id="{8C5B682B-A92D-C859-52EE-B9B0B4E0DF03}"/>
                        </a:ext>
                      </a:extLst>
                    </p:cNvPr>
                    <p:cNvSpPr txBox="1"/>
                    <p:nvPr/>
                  </p:nvSpPr>
                  <p:spPr>
                    <a:xfrm>
                      <a:off x="6337427" y="963797"/>
                      <a:ext cx="733329"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Blocked</a:t>
                      </a:r>
                    </a:p>
                  </p:txBody>
                </p:sp>
              </p:grpSp>
              <p:grpSp>
                <p:nvGrpSpPr>
                  <p:cNvPr id="64" name="Group 63">
                    <a:extLst>
                      <a:ext uri="{FF2B5EF4-FFF2-40B4-BE49-F238E27FC236}">
                        <a16:creationId xmlns:a16="http://schemas.microsoft.com/office/drawing/2014/main" id="{AA039C85-92AA-2221-5B14-A7C610E89197}"/>
                      </a:ext>
                    </a:extLst>
                  </p:cNvPr>
                  <p:cNvGrpSpPr/>
                  <p:nvPr/>
                </p:nvGrpSpPr>
                <p:grpSpPr>
                  <a:xfrm>
                    <a:off x="8836182" y="1025322"/>
                    <a:ext cx="1167897" cy="230832"/>
                    <a:chOff x="6120143" y="963797"/>
                    <a:chExt cx="1167897" cy="230832"/>
                  </a:xfrm>
                </p:grpSpPr>
                <p:sp>
                  <p:nvSpPr>
                    <p:cNvPr id="65" name="Rectangle 64">
                      <a:extLst>
                        <a:ext uri="{FF2B5EF4-FFF2-40B4-BE49-F238E27FC236}">
                          <a16:creationId xmlns:a16="http://schemas.microsoft.com/office/drawing/2014/main" id="{C476B3AD-6AB1-2A2D-FFDF-1AF4FE6ACA82}"/>
                        </a:ext>
                      </a:extLst>
                    </p:cNvPr>
                    <p:cNvSpPr>
                      <a:spLocks noChangeAspect="1"/>
                    </p:cNvSpPr>
                    <p:nvPr/>
                  </p:nvSpPr>
                  <p:spPr>
                    <a:xfrm>
                      <a:off x="6120143" y="970571"/>
                      <a:ext cx="217284" cy="217284"/>
                    </a:xfrm>
                    <a:prstGeom prst="rect">
                      <a:avLst/>
                    </a:prstGeom>
                    <a:solidFill>
                      <a:srgbClr val="DDDDDD">
                        <a:alpha val="49804"/>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EFFFE"/>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22645EFA-3364-B3BB-0B33-EEEFA7FF0753}"/>
                        </a:ext>
                      </a:extLst>
                    </p:cNvPr>
                    <p:cNvSpPr txBox="1"/>
                    <p:nvPr/>
                  </p:nvSpPr>
                  <p:spPr>
                    <a:xfrm>
                      <a:off x="6337427" y="963797"/>
                      <a:ext cx="950613"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Not Started</a:t>
                      </a:r>
                    </a:p>
                  </p:txBody>
                </p:sp>
              </p:grpSp>
            </p:grpSp>
            <p:grpSp>
              <p:nvGrpSpPr>
                <p:cNvPr id="58" name="Group 57">
                  <a:extLst>
                    <a:ext uri="{FF2B5EF4-FFF2-40B4-BE49-F238E27FC236}">
                      <a16:creationId xmlns:a16="http://schemas.microsoft.com/office/drawing/2014/main" id="{DFF0CF23-E093-518F-32D7-C4C1902B831B}"/>
                    </a:ext>
                  </a:extLst>
                </p:cNvPr>
                <p:cNvGrpSpPr/>
                <p:nvPr/>
              </p:nvGrpSpPr>
              <p:grpSpPr>
                <a:xfrm>
                  <a:off x="7172372" y="1025322"/>
                  <a:ext cx="1057222" cy="230832"/>
                  <a:chOff x="7000362" y="1025322"/>
                  <a:chExt cx="1057222" cy="230832"/>
                </a:xfrm>
              </p:grpSpPr>
              <p:sp>
                <p:nvSpPr>
                  <p:cNvPr id="59" name="Rectangle 58">
                    <a:extLst>
                      <a:ext uri="{FF2B5EF4-FFF2-40B4-BE49-F238E27FC236}">
                        <a16:creationId xmlns:a16="http://schemas.microsoft.com/office/drawing/2014/main" id="{39DC710B-ED79-25CE-D5F8-1EFECE8CCA9E}"/>
                      </a:ext>
                    </a:extLst>
                  </p:cNvPr>
                  <p:cNvSpPr>
                    <a:spLocks noChangeAspect="1"/>
                  </p:cNvSpPr>
                  <p:nvPr/>
                </p:nvSpPr>
                <p:spPr>
                  <a:xfrm>
                    <a:off x="7000362" y="1032096"/>
                    <a:ext cx="217284" cy="217284"/>
                  </a:xfrm>
                  <a:prstGeom prst="rect">
                    <a:avLst/>
                  </a:prstGeom>
                  <a:solidFill>
                    <a:srgbClr val="CCEC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EFFFE"/>
                      </a:solidFill>
                      <a:effectLst/>
                      <a:uLnTx/>
                      <a:uFillTx/>
                      <a:latin typeface="Calibri" panose="020F0502020204030204"/>
                      <a:ea typeface="+mn-ea"/>
                      <a:cs typeface="+mn-cs"/>
                    </a:endParaRPr>
                  </a:p>
                </p:txBody>
              </p:sp>
              <p:sp>
                <p:nvSpPr>
                  <p:cNvPr id="60" name="TextBox 59">
                    <a:extLst>
                      <a:ext uri="{FF2B5EF4-FFF2-40B4-BE49-F238E27FC236}">
                        <a16:creationId xmlns:a16="http://schemas.microsoft.com/office/drawing/2014/main" id="{2F052611-3319-B949-1066-64BA9C21ED62}"/>
                      </a:ext>
                    </a:extLst>
                  </p:cNvPr>
                  <p:cNvSpPr txBox="1"/>
                  <p:nvPr/>
                </p:nvSpPr>
                <p:spPr>
                  <a:xfrm>
                    <a:off x="7217646" y="1025322"/>
                    <a:ext cx="839938"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Completed</a:t>
                    </a:r>
                  </a:p>
                </p:txBody>
              </p:sp>
            </p:grpSp>
          </p:grpSp>
          <p:grpSp>
            <p:nvGrpSpPr>
              <p:cNvPr id="53" name="Group 52">
                <a:extLst>
                  <a:ext uri="{FF2B5EF4-FFF2-40B4-BE49-F238E27FC236}">
                    <a16:creationId xmlns:a16="http://schemas.microsoft.com/office/drawing/2014/main" id="{F2DFD60E-4B2B-6443-23CA-A12D9BF790F9}"/>
                  </a:ext>
                </a:extLst>
              </p:cNvPr>
              <p:cNvGrpSpPr/>
              <p:nvPr/>
            </p:nvGrpSpPr>
            <p:grpSpPr>
              <a:xfrm>
                <a:off x="6303944" y="986218"/>
                <a:ext cx="821602" cy="261950"/>
                <a:chOff x="6303944" y="981643"/>
                <a:chExt cx="821602" cy="261950"/>
              </a:xfrm>
            </p:grpSpPr>
            <p:sp>
              <p:nvSpPr>
                <p:cNvPr id="55" name="TextBox 54">
                  <a:extLst>
                    <a:ext uri="{FF2B5EF4-FFF2-40B4-BE49-F238E27FC236}">
                      <a16:creationId xmlns:a16="http://schemas.microsoft.com/office/drawing/2014/main" id="{57D0E99E-FE60-0D69-4A8D-AE6F30E10EE7}"/>
                    </a:ext>
                  </a:extLst>
                </p:cNvPr>
                <p:cNvSpPr txBox="1"/>
                <p:nvPr/>
              </p:nvSpPr>
              <p:spPr>
                <a:xfrm>
                  <a:off x="6479514" y="1005940"/>
                  <a:ext cx="646032" cy="2376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Delivery</a:t>
                  </a:r>
                </a:p>
              </p:txBody>
            </p:sp>
            <p:pic>
              <p:nvPicPr>
                <p:cNvPr id="56" name="Graphic 55" descr="Star with solid fill">
                  <a:extLst>
                    <a:ext uri="{FF2B5EF4-FFF2-40B4-BE49-F238E27FC236}">
                      <a16:creationId xmlns:a16="http://schemas.microsoft.com/office/drawing/2014/main" id="{768C3BB5-F22E-C5BA-E1D2-4B2425BE90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03944" y="981643"/>
                  <a:ext cx="237653" cy="237653"/>
                </a:xfrm>
                <a:prstGeom prst="rect">
                  <a:avLst/>
                </a:prstGeom>
              </p:spPr>
            </p:pic>
          </p:grpSp>
        </p:grpSp>
        <p:grpSp>
          <p:nvGrpSpPr>
            <p:cNvPr id="30" name="Group 29">
              <a:extLst>
                <a:ext uri="{FF2B5EF4-FFF2-40B4-BE49-F238E27FC236}">
                  <a16:creationId xmlns:a16="http://schemas.microsoft.com/office/drawing/2014/main" id="{802D5B91-D85E-7209-1379-3BCE2B7F6D2A}"/>
                </a:ext>
              </a:extLst>
            </p:cNvPr>
            <p:cNvGrpSpPr/>
            <p:nvPr/>
          </p:nvGrpSpPr>
          <p:grpSpPr>
            <a:xfrm>
              <a:off x="5286814" y="331542"/>
              <a:ext cx="1088586" cy="237653"/>
              <a:chOff x="5286814" y="354367"/>
              <a:chExt cx="1088586" cy="237653"/>
            </a:xfrm>
          </p:grpSpPr>
          <p:sp>
            <p:nvSpPr>
              <p:cNvPr id="15" name="TextBox 14">
                <a:extLst>
                  <a:ext uri="{FF2B5EF4-FFF2-40B4-BE49-F238E27FC236}">
                    <a16:creationId xmlns:a16="http://schemas.microsoft.com/office/drawing/2014/main" id="{8D4D1280-05DD-9E56-9AA7-3BFB07924730}"/>
                  </a:ext>
                </a:extLst>
              </p:cNvPr>
              <p:cNvSpPr txBox="1"/>
              <p:nvPr/>
            </p:nvSpPr>
            <p:spPr>
              <a:xfrm>
                <a:off x="5462384" y="357777"/>
                <a:ext cx="913016"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High Priority</a:t>
                </a:r>
              </a:p>
            </p:txBody>
          </p:sp>
          <p:pic>
            <p:nvPicPr>
              <p:cNvPr id="17" name="Graphic 16" descr="Plant with solid fill">
                <a:extLst>
                  <a:ext uri="{FF2B5EF4-FFF2-40B4-BE49-F238E27FC236}">
                    <a16:creationId xmlns:a16="http://schemas.microsoft.com/office/drawing/2014/main" id="{E5D0E240-1123-516C-D890-AD3B0AB42F2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286814" y="354367"/>
                <a:ext cx="237653" cy="237653"/>
              </a:xfrm>
              <a:prstGeom prst="rect">
                <a:avLst/>
              </a:prstGeom>
            </p:spPr>
          </p:pic>
        </p:grpSp>
      </p:grpSp>
      <p:graphicFrame>
        <p:nvGraphicFramePr>
          <p:cNvPr id="8" name="Table 7">
            <a:extLst>
              <a:ext uri="{FF2B5EF4-FFF2-40B4-BE49-F238E27FC236}">
                <a16:creationId xmlns:a16="http://schemas.microsoft.com/office/drawing/2014/main" id="{06ABBB43-6805-D7FC-EDC0-F6E03BA934C9}"/>
              </a:ext>
            </a:extLst>
          </p:cNvPr>
          <p:cNvGraphicFramePr>
            <a:graphicFrameLocks noGrp="1"/>
          </p:cNvGraphicFramePr>
          <p:nvPr>
            <p:extLst>
              <p:ext uri="{D42A27DB-BD31-4B8C-83A1-F6EECF244321}">
                <p14:modId xmlns:p14="http://schemas.microsoft.com/office/powerpoint/2010/main" val="2777133231"/>
              </p:ext>
            </p:extLst>
          </p:nvPr>
        </p:nvGraphicFramePr>
        <p:xfrm>
          <a:off x="0" y="666673"/>
          <a:ext cx="12185961" cy="5586705"/>
        </p:xfrm>
        <a:graphic>
          <a:graphicData uri="http://schemas.openxmlformats.org/drawingml/2006/table">
            <a:tbl>
              <a:tblPr firstRow="1" bandRow="1">
                <a:tableStyleId>{5C22544A-7EE6-4342-B048-85BDC9FD1C3A}</a:tableStyleId>
              </a:tblPr>
              <a:tblGrid>
                <a:gridCol w="1258432">
                  <a:extLst>
                    <a:ext uri="{9D8B030D-6E8A-4147-A177-3AD203B41FA5}">
                      <a16:colId xmlns:a16="http://schemas.microsoft.com/office/drawing/2014/main" val="2755092205"/>
                    </a:ext>
                  </a:extLst>
                </a:gridCol>
                <a:gridCol w="1884218">
                  <a:extLst>
                    <a:ext uri="{9D8B030D-6E8A-4147-A177-3AD203B41FA5}">
                      <a16:colId xmlns:a16="http://schemas.microsoft.com/office/drawing/2014/main" val="70162958"/>
                    </a:ext>
                  </a:extLst>
                </a:gridCol>
                <a:gridCol w="1758291">
                  <a:extLst>
                    <a:ext uri="{9D8B030D-6E8A-4147-A177-3AD203B41FA5}">
                      <a16:colId xmlns:a16="http://schemas.microsoft.com/office/drawing/2014/main" val="2653517544"/>
                    </a:ext>
                  </a:extLst>
                </a:gridCol>
                <a:gridCol w="1821255">
                  <a:extLst>
                    <a:ext uri="{9D8B030D-6E8A-4147-A177-3AD203B41FA5}">
                      <a16:colId xmlns:a16="http://schemas.microsoft.com/office/drawing/2014/main" val="726568119"/>
                    </a:ext>
                  </a:extLst>
                </a:gridCol>
                <a:gridCol w="1821255">
                  <a:extLst>
                    <a:ext uri="{9D8B030D-6E8A-4147-A177-3AD203B41FA5}">
                      <a16:colId xmlns:a16="http://schemas.microsoft.com/office/drawing/2014/main" val="1913676429"/>
                    </a:ext>
                  </a:extLst>
                </a:gridCol>
                <a:gridCol w="1821255">
                  <a:extLst>
                    <a:ext uri="{9D8B030D-6E8A-4147-A177-3AD203B41FA5}">
                      <a16:colId xmlns:a16="http://schemas.microsoft.com/office/drawing/2014/main" val="3526920926"/>
                    </a:ext>
                  </a:extLst>
                </a:gridCol>
                <a:gridCol w="1821255">
                  <a:extLst>
                    <a:ext uri="{9D8B030D-6E8A-4147-A177-3AD203B41FA5}">
                      <a16:colId xmlns:a16="http://schemas.microsoft.com/office/drawing/2014/main" val="3924096012"/>
                    </a:ext>
                  </a:extLst>
                </a:gridCol>
              </a:tblGrid>
              <a:tr h="183451">
                <a:tc>
                  <a:txBody>
                    <a:bodyPr/>
                    <a:lstStyle/>
                    <a:p>
                      <a:r>
                        <a:rPr lang="en-US" sz="1000">
                          <a:latin typeface="SoDo Sans" panose="00000500000000000000" pitchFamily="2" charset="0"/>
                          <a:ea typeface="SoDo Sans" panose="00000500000000000000" pitchFamily="2" charset="0"/>
                        </a:rPr>
                        <a:t>WORKSTREAM</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US" sz="1000">
                          <a:latin typeface="SoDo Sans" panose="00000500000000000000" pitchFamily="2" charset="0"/>
                          <a:ea typeface="SoDo Sans" panose="00000500000000000000" pitchFamily="2" charset="0"/>
                        </a:rPr>
                        <a:t>APRIL</a:t>
                      </a:r>
                    </a:p>
                  </a:txBody>
                  <a:tcPr anchor="ctr">
                    <a:lnL w="12700" cap="flat" cmpd="sng" algn="ctr">
                      <a:no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US" sz="1000">
                          <a:latin typeface="SoDo Sans" panose="00000500000000000000" pitchFamily="2" charset="0"/>
                          <a:ea typeface="SoDo Sans" panose="00000500000000000000" pitchFamily="2" charset="0"/>
                        </a:rPr>
                        <a:t>MAY</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US" sz="1000">
                          <a:latin typeface="SoDo Sans" panose="00000500000000000000" pitchFamily="2" charset="0"/>
                          <a:ea typeface="SoDo Sans" panose="00000500000000000000" pitchFamily="2" charset="0"/>
                        </a:rPr>
                        <a:t>JUNE</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US" sz="1000">
                          <a:latin typeface="SoDo Sans" panose="00000500000000000000" pitchFamily="2" charset="0"/>
                          <a:ea typeface="SoDo Sans" panose="00000500000000000000" pitchFamily="2" charset="0"/>
                        </a:rPr>
                        <a:t>JULY</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US" sz="1000">
                          <a:latin typeface="SoDo Sans" panose="00000500000000000000" pitchFamily="2" charset="0"/>
                          <a:ea typeface="SoDo Sans" panose="00000500000000000000" pitchFamily="2" charset="0"/>
                        </a:rPr>
                        <a:t>AUGUST</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US" sz="1000">
                          <a:latin typeface="SoDo Sans" panose="00000500000000000000" pitchFamily="2" charset="0"/>
                          <a:ea typeface="SoDo Sans" panose="00000500000000000000" pitchFamily="2" charset="0"/>
                        </a:rPr>
                        <a:t>SEPTEMBER</a:t>
                      </a:r>
                    </a:p>
                  </a:txBody>
                  <a:tcPr anchor="ctr">
                    <a:lnL w="12700" cap="flat" cmpd="sng" algn="ctr">
                      <a:solidFill>
                        <a:schemeClr val="bg1"/>
                      </a:solidFill>
                      <a:prstDash val="sysDash"/>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349699909"/>
                  </a:ext>
                </a:extLst>
              </a:tr>
              <a:tr h="483721">
                <a:tc>
                  <a:txBody>
                    <a:bodyPr/>
                    <a:lstStyle/>
                    <a:p>
                      <a:r>
                        <a:rPr lang="en-US" sz="900">
                          <a:solidFill>
                            <a:schemeClr val="accent2"/>
                          </a:solidFill>
                          <a:latin typeface="SoDo Sans" panose="00000500000000000000" pitchFamily="2" charset="0"/>
                          <a:ea typeface="SoDo Sans" panose="00000500000000000000" pitchFamily="2" charset="0"/>
                        </a:rPr>
                        <a:t>KEY MILESTONES</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no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381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381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381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381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381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mpd="sng">
                      <a:noFill/>
                    </a:lnR>
                    <a:lnT w="381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6117909"/>
                  </a:ext>
                </a:extLst>
              </a:tr>
              <a:tr h="552261">
                <a:tc>
                  <a:txBody>
                    <a:bodyPr/>
                    <a:lstStyle/>
                    <a:p>
                      <a:r>
                        <a:rPr lang="en-US" sz="900">
                          <a:solidFill>
                            <a:schemeClr val="accent2"/>
                          </a:solidFill>
                          <a:latin typeface="SoDo Sans" panose="00000500000000000000" pitchFamily="2" charset="0"/>
                          <a:ea typeface="SoDo Sans" panose="00000500000000000000" pitchFamily="2" charset="0"/>
                        </a:rPr>
                        <a:t>Approvals &amp; Processes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no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7580833"/>
                  </a:ext>
                </a:extLst>
              </a:tr>
              <a:tr h="848956">
                <a:tc>
                  <a:txBody>
                    <a:bodyPr/>
                    <a:lstStyle/>
                    <a:p>
                      <a:r>
                        <a:rPr lang="en-US" sz="900">
                          <a:solidFill>
                            <a:schemeClr val="accent2"/>
                          </a:solidFill>
                          <a:latin typeface="SoDo Sans" panose="00000500000000000000" pitchFamily="2" charset="0"/>
                          <a:ea typeface="SoDo Sans" panose="00000500000000000000" pitchFamily="2" charset="0"/>
                        </a:rPr>
                        <a:t>WS1: Customer Data Foundations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no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8008849"/>
                  </a:ext>
                </a:extLst>
              </a:tr>
              <a:tr h="1182189">
                <a:tc>
                  <a:txBody>
                    <a:bodyPr/>
                    <a:lstStyle/>
                    <a:p>
                      <a:r>
                        <a:rPr lang="en-US" sz="900">
                          <a:solidFill>
                            <a:schemeClr val="accent2"/>
                          </a:solidFill>
                          <a:latin typeface="SoDo Sans" panose="00000500000000000000" pitchFamily="2" charset="0"/>
                          <a:ea typeface="SoDo Sans" panose="00000500000000000000" pitchFamily="2" charset="0"/>
                        </a:rPr>
                        <a:t>WS2: Customer Insights Engine</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no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821428"/>
                  </a:ext>
                </a:extLst>
              </a:tr>
              <a:tr h="773975">
                <a:tc>
                  <a:txBody>
                    <a:bodyPr/>
                    <a:lstStyle/>
                    <a:p>
                      <a:r>
                        <a:rPr lang="en-US" sz="900">
                          <a:solidFill>
                            <a:schemeClr val="accent2"/>
                          </a:solidFill>
                          <a:latin typeface="SoDo Sans" panose="00000500000000000000" pitchFamily="2" charset="0"/>
                          <a:ea typeface="SoDo Sans" panose="00000500000000000000" pitchFamily="2" charset="0"/>
                        </a:rPr>
                        <a:t>WS3: Integrations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no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0975522"/>
                  </a:ext>
                </a:extLst>
              </a:tr>
              <a:tr h="773975">
                <a:tc>
                  <a:txBody>
                    <a:bodyPr/>
                    <a:lstStyle/>
                    <a:p>
                      <a:r>
                        <a:rPr lang="en-US" sz="900">
                          <a:solidFill>
                            <a:schemeClr val="accent2"/>
                          </a:solidFill>
                          <a:latin typeface="SoDo Sans" panose="00000500000000000000" pitchFamily="2" charset="0"/>
                          <a:ea typeface="SoDo Sans" panose="00000500000000000000" pitchFamily="2" charset="0"/>
                        </a:rPr>
                        <a:t>WS4: Enablement</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no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00461650"/>
                  </a:ext>
                </a:extLst>
              </a:tr>
              <a:tr h="727788">
                <a:tc>
                  <a:txBody>
                    <a:bodyPr/>
                    <a:lstStyle/>
                    <a:p>
                      <a:r>
                        <a:rPr lang="en-US" sz="900">
                          <a:solidFill>
                            <a:schemeClr val="accent2"/>
                          </a:solidFill>
                          <a:latin typeface="SoDo Sans" panose="00000500000000000000" pitchFamily="2" charset="0"/>
                          <a:ea typeface="SoDo Sans" panose="00000500000000000000" pitchFamily="2" charset="0"/>
                        </a:rPr>
                        <a:t>Program Management</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lumMod val="60000"/>
                        <a:lumOff val="40000"/>
                      </a:schemeClr>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no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ap="flat" cmpd="sng" algn="ctr">
                      <a:solidFill>
                        <a:schemeClr val="accent2">
                          <a:lumMod val="20000"/>
                          <a:lumOff val="80000"/>
                        </a:schemeClr>
                      </a:solidFill>
                      <a:prstDash val="sysDash"/>
                      <a:round/>
                      <a:headEnd type="none" w="med" len="med"/>
                      <a:tailEnd type="none" w="med" len="med"/>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a:latin typeface="SoDo Sans" panose="00000500000000000000" pitchFamily="2" charset="0"/>
                        <a:ea typeface="SoDo Sans" panose="00000500000000000000" pitchFamily="2" charset="0"/>
                      </a:endParaRPr>
                    </a:p>
                  </a:txBody>
                  <a:tcPr anchor="ctr">
                    <a:lnL w="12700" cap="flat" cmpd="sng" algn="ctr">
                      <a:solidFill>
                        <a:schemeClr val="accent2">
                          <a:lumMod val="20000"/>
                          <a:lumOff val="80000"/>
                        </a:schemeClr>
                      </a:solidFill>
                      <a:prstDash val="sysDash"/>
                      <a:round/>
                      <a:headEnd type="none" w="med" len="med"/>
                      <a:tailEnd type="none" w="med" len="med"/>
                    </a:lnL>
                    <a:lnR w="12700" cmpd="sng">
                      <a:noFill/>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0579934"/>
                  </a:ext>
                </a:extLst>
              </a:tr>
            </a:tbl>
          </a:graphicData>
        </a:graphic>
      </p:graphicFrame>
      <p:sp>
        <p:nvSpPr>
          <p:cNvPr id="11" name="Rectangle: Rounded Corners 10">
            <a:extLst>
              <a:ext uri="{FF2B5EF4-FFF2-40B4-BE49-F238E27FC236}">
                <a16:creationId xmlns:a16="http://schemas.microsoft.com/office/drawing/2014/main" id="{8240549A-EE4A-868C-C152-FDB99FC68137}"/>
              </a:ext>
            </a:extLst>
          </p:cNvPr>
          <p:cNvSpPr/>
          <p:nvPr/>
        </p:nvSpPr>
        <p:spPr>
          <a:xfrm>
            <a:off x="2278352" y="1438842"/>
            <a:ext cx="2610518" cy="223879"/>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Portable ID DUR - Analytics</a:t>
            </a:r>
          </a:p>
        </p:txBody>
      </p:sp>
      <p:sp>
        <p:nvSpPr>
          <p:cNvPr id="54" name="Rectangle: Rounded Corners 53">
            <a:extLst>
              <a:ext uri="{FF2B5EF4-FFF2-40B4-BE49-F238E27FC236}">
                <a16:creationId xmlns:a16="http://schemas.microsoft.com/office/drawing/2014/main" id="{03D7A3F6-2F27-B574-1D94-DD408AD19C1D}"/>
              </a:ext>
            </a:extLst>
          </p:cNvPr>
          <p:cNvSpPr/>
          <p:nvPr/>
        </p:nvSpPr>
        <p:spPr>
          <a:xfrm>
            <a:off x="1290015" y="1988245"/>
            <a:ext cx="5462307" cy="235349"/>
          </a:xfrm>
          <a:prstGeom prst="roundRect">
            <a:avLst/>
          </a:prstGeom>
          <a:solidFill>
            <a:srgbClr val="FBD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Data Cleanup, Prep &amp; Merge (steps 0-4)</a:t>
            </a:r>
          </a:p>
        </p:txBody>
      </p:sp>
      <p:sp>
        <p:nvSpPr>
          <p:cNvPr id="73" name="Rectangle: Rounded Corners 72">
            <a:extLst>
              <a:ext uri="{FF2B5EF4-FFF2-40B4-BE49-F238E27FC236}">
                <a16:creationId xmlns:a16="http://schemas.microsoft.com/office/drawing/2014/main" id="{1DD16618-1826-2B8C-F0A6-5239D67C4D4C}"/>
              </a:ext>
            </a:extLst>
          </p:cNvPr>
          <p:cNvSpPr/>
          <p:nvPr/>
        </p:nvSpPr>
        <p:spPr>
          <a:xfrm>
            <a:off x="8615636" y="1996705"/>
            <a:ext cx="1363248" cy="22387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Customer Analytics IDs (step 5)</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74" name="Rectangle: Rounded Corners 73">
            <a:extLst>
              <a:ext uri="{FF2B5EF4-FFF2-40B4-BE49-F238E27FC236}">
                <a16:creationId xmlns:a16="http://schemas.microsoft.com/office/drawing/2014/main" id="{8CD23DEA-E63F-9657-6281-A5F965CC8D0B}"/>
              </a:ext>
            </a:extLst>
          </p:cNvPr>
          <p:cNvSpPr/>
          <p:nvPr/>
        </p:nvSpPr>
        <p:spPr>
          <a:xfrm>
            <a:off x="9865013" y="2251596"/>
            <a:ext cx="1363247" cy="22387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Data Marts Available (step 6)</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75" name="Rectangle: Rounded Corners 74">
            <a:extLst>
              <a:ext uri="{FF2B5EF4-FFF2-40B4-BE49-F238E27FC236}">
                <a16:creationId xmlns:a16="http://schemas.microsoft.com/office/drawing/2014/main" id="{A1BC382D-008C-CBF1-939C-54EBDEC4AA5C}"/>
              </a:ext>
            </a:extLst>
          </p:cNvPr>
          <p:cNvSpPr/>
          <p:nvPr/>
        </p:nvSpPr>
        <p:spPr>
          <a:xfrm>
            <a:off x="10400528" y="2829570"/>
            <a:ext cx="1738262" cy="242812"/>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accent2"/>
                </a:solidFill>
                <a:effectLst/>
                <a:uLnTx/>
                <a:uFillTx/>
                <a:latin typeface="SoDo Sans" panose="00000500000000000000" pitchFamily="2" charset="0"/>
                <a:ea typeface="SoDo Sans" panose="00000500000000000000" pitchFamily="2" charset="0"/>
                <a:cs typeface="+mn-cs"/>
              </a:rPr>
              <a:t>Income Cohort &amp; Demographic Segmentation</a:t>
            </a:r>
          </a:p>
        </p:txBody>
      </p:sp>
      <p:sp>
        <p:nvSpPr>
          <p:cNvPr id="76" name="Rectangle: Rounded Corners 75">
            <a:extLst>
              <a:ext uri="{FF2B5EF4-FFF2-40B4-BE49-F238E27FC236}">
                <a16:creationId xmlns:a16="http://schemas.microsoft.com/office/drawing/2014/main" id="{E209ACA2-5DA0-C3CC-706F-48A3F5190A43}"/>
              </a:ext>
            </a:extLst>
          </p:cNvPr>
          <p:cNvSpPr/>
          <p:nvPr/>
        </p:nvSpPr>
        <p:spPr>
          <a:xfrm>
            <a:off x="6752322" y="2853048"/>
            <a:ext cx="1745416"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accent2"/>
                </a:solidFill>
                <a:latin typeface="SoDo Sans" panose="00000500000000000000" pitchFamily="2" charset="0"/>
                <a:ea typeface="SoDo Sans" panose="00000500000000000000" pitchFamily="2" charset="0"/>
              </a:rPr>
              <a:t>State Transition Analytics</a:t>
            </a:r>
            <a:endParaRPr kumimoji="0" lang="en-US" sz="700" b="0" i="0" u="none" strike="noStrike" kern="1200" cap="none" spc="0" normalizeH="0" baseline="0" noProof="0">
              <a:ln>
                <a:noFill/>
              </a:ln>
              <a:solidFill>
                <a:schemeClr val="accent2"/>
              </a:solidFill>
              <a:effectLst/>
              <a:uLnTx/>
              <a:uFillTx/>
              <a:latin typeface="SoDo Sans" panose="00000500000000000000" pitchFamily="2" charset="0"/>
              <a:ea typeface="SoDo Sans" panose="00000500000000000000" pitchFamily="2" charset="0"/>
              <a:cs typeface="+mn-cs"/>
            </a:endParaRPr>
          </a:p>
        </p:txBody>
      </p:sp>
      <p:sp>
        <p:nvSpPr>
          <p:cNvPr id="77" name="Rectangle: Rounded Corners 76">
            <a:extLst>
              <a:ext uri="{FF2B5EF4-FFF2-40B4-BE49-F238E27FC236}">
                <a16:creationId xmlns:a16="http://schemas.microsoft.com/office/drawing/2014/main" id="{A658E418-95C8-1BD7-B080-EE691CB10D2A}"/>
              </a:ext>
            </a:extLst>
          </p:cNvPr>
          <p:cNvSpPr/>
          <p:nvPr/>
        </p:nvSpPr>
        <p:spPr>
          <a:xfrm>
            <a:off x="1286896" y="1438842"/>
            <a:ext cx="973350" cy="223879"/>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Diagramming &amp; Prep</a:t>
            </a:r>
          </a:p>
        </p:txBody>
      </p:sp>
      <p:grpSp>
        <p:nvGrpSpPr>
          <p:cNvPr id="78" name="Group 77">
            <a:extLst>
              <a:ext uri="{FF2B5EF4-FFF2-40B4-BE49-F238E27FC236}">
                <a16:creationId xmlns:a16="http://schemas.microsoft.com/office/drawing/2014/main" id="{6A94B67B-CAEE-B75D-346B-D6693BC3277B}"/>
              </a:ext>
            </a:extLst>
          </p:cNvPr>
          <p:cNvGrpSpPr/>
          <p:nvPr/>
        </p:nvGrpSpPr>
        <p:grpSpPr>
          <a:xfrm>
            <a:off x="1286896" y="899417"/>
            <a:ext cx="1220914" cy="307777"/>
            <a:chOff x="1286896" y="981007"/>
            <a:chExt cx="1220914" cy="307777"/>
          </a:xfrm>
        </p:grpSpPr>
        <p:sp>
          <p:nvSpPr>
            <p:cNvPr id="79" name="Diamond 78">
              <a:extLst>
                <a:ext uri="{FF2B5EF4-FFF2-40B4-BE49-F238E27FC236}">
                  <a16:creationId xmlns:a16="http://schemas.microsoft.com/office/drawing/2014/main" id="{FA9EFCEC-5B9A-3865-39FC-FB4B67BDF160}"/>
                </a:ext>
              </a:extLst>
            </p:cNvPr>
            <p:cNvSpPr>
              <a:spLocks noChangeAspect="1"/>
            </p:cNvSpPr>
            <p:nvPr/>
          </p:nvSpPr>
          <p:spPr>
            <a:xfrm>
              <a:off x="1286896" y="1043521"/>
              <a:ext cx="213526" cy="213526"/>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80" name="TextBox 79">
              <a:extLst>
                <a:ext uri="{FF2B5EF4-FFF2-40B4-BE49-F238E27FC236}">
                  <a16:creationId xmlns:a16="http://schemas.microsoft.com/office/drawing/2014/main" id="{8600AF29-D8BF-7DFA-C89D-C540E9A8F894}"/>
                </a:ext>
              </a:extLst>
            </p:cNvPr>
            <p:cNvSpPr txBox="1"/>
            <p:nvPr/>
          </p:nvSpPr>
          <p:spPr>
            <a:xfrm>
              <a:off x="1454089" y="981007"/>
              <a:ext cx="1053721" cy="30777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3/26: Greens S4 Funding Approval</a:t>
              </a:r>
            </a:p>
          </p:txBody>
        </p:sp>
      </p:grpSp>
      <p:grpSp>
        <p:nvGrpSpPr>
          <p:cNvPr id="81" name="Group 80">
            <a:extLst>
              <a:ext uri="{FF2B5EF4-FFF2-40B4-BE49-F238E27FC236}">
                <a16:creationId xmlns:a16="http://schemas.microsoft.com/office/drawing/2014/main" id="{8563CD48-21A7-A5BE-A5CA-9D976ECA9A76}"/>
              </a:ext>
            </a:extLst>
          </p:cNvPr>
          <p:cNvGrpSpPr/>
          <p:nvPr/>
        </p:nvGrpSpPr>
        <p:grpSpPr>
          <a:xfrm>
            <a:off x="2161620" y="1100975"/>
            <a:ext cx="1007388" cy="307777"/>
            <a:chOff x="1286896" y="999925"/>
            <a:chExt cx="1007388" cy="307777"/>
          </a:xfrm>
        </p:grpSpPr>
        <p:sp>
          <p:nvSpPr>
            <p:cNvPr id="82" name="Diamond 81">
              <a:extLst>
                <a:ext uri="{FF2B5EF4-FFF2-40B4-BE49-F238E27FC236}">
                  <a16:creationId xmlns:a16="http://schemas.microsoft.com/office/drawing/2014/main" id="{2BA8CFEA-A63E-CFDB-6EE3-9D9A543413DE}"/>
                </a:ext>
              </a:extLst>
            </p:cNvPr>
            <p:cNvSpPr>
              <a:spLocks noChangeAspect="1"/>
            </p:cNvSpPr>
            <p:nvPr/>
          </p:nvSpPr>
          <p:spPr>
            <a:xfrm>
              <a:off x="1286896" y="1062439"/>
              <a:ext cx="213526" cy="213526"/>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83" name="TextBox 82">
              <a:extLst>
                <a:ext uri="{FF2B5EF4-FFF2-40B4-BE49-F238E27FC236}">
                  <a16:creationId xmlns:a16="http://schemas.microsoft.com/office/drawing/2014/main" id="{0725BCD8-33CB-439A-C811-6D8D31CE7923}"/>
                </a:ext>
              </a:extLst>
            </p:cNvPr>
            <p:cNvSpPr txBox="1"/>
            <p:nvPr/>
          </p:nvSpPr>
          <p:spPr>
            <a:xfrm>
              <a:off x="1444361" y="999925"/>
              <a:ext cx="849923" cy="30777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4/17: DUR Submission</a:t>
              </a:r>
            </a:p>
          </p:txBody>
        </p:sp>
      </p:grpSp>
      <p:sp>
        <p:nvSpPr>
          <p:cNvPr id="84" name="Rectangle: Rounded Corners 83">
            <a:extLst>
              <a:ext uri="{FF2B5EF4-FFF2-40B4-BE49-F238E27FC236}">
                <a16:creationId xmlns:a16="http://schemas.microsoft.com/office/drawing/2014/main" id="{EDEA4959-350F-A673-7E4C-6E548F61C256}"/>
              </a:ext>
            </a:extLst>
          </p:cNvPr>
          <p:cNvSpPr/>
          <p:nvPr/>
        </p:nvSpPr>
        <p:spPr>
          <a:xfrm>
            <a:off x="1295063" y="2847313"/>
            <a:ext cx="973350" cy="223879"/>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Discovery &amp; Alignment</a:t>
            </a:r>
          </a:p>
        </p:txBody>
      </p:sp>
      <p:sp>
        <p:nvSpPr>
          <p:cNvPr id="85" name="Rectangle: Rounded Corners 84">
            <a:extLst>
              <a:ext uri="{FF2B5EF4-FFF2-40B4-BE49-F238E27FC236}">
                <a16:creationId xmlns:a16="http://schemas.microsoft.com/office/drawing/2014/main" id="{35F3CA5E-EB11-F050-9861-01D2FC26DB70}"/>
              </a:ext>
            </a:extLst>
          </p:cNvPr>
          <p:cNvSpPr/>
          <p:nvPr/>
        </p:nvSpPr>
        <p:spPr>
          <a:xfrm>
            <a:off x="6798372" y="1988245"/>
            <a:ext cx="1784313"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Portable ID Integration</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86" name="Rectangle: Rounded Corners 85">
            <a:extLst>
              <a:ext uri="{FF2B5EF4-FFF2-40B4-BE49-F238E27FC236}">
                <a16:creationId xmlns:a16="http://schemas.microsoft.com/office/drawing/2014/main" id="{65575C34-C2EA-BA42-B7A9-0103D7A22A82}"/>
              </a:ext>
            </a:extLst>
          </p:cNvPr>
          <p:cNvSpPr/>
          <p:nvPr/>
        </p:nvSpPr>
        <p:spPr>
          <a:xfrm>
            <a:off x="10400528" y="2526248"/>
            <a:ext cx="1738262" cy="22387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Flat-File Deprecation</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87" name="Rectangle: Rounded Corners 86">
            <a:extLst>
              <a:ext uri="{FF2B5EF4-FFF2-40B4-BE49-F238E27FC236}">
                <a16:creationId xmlns:a16="http://schemas.microsoft.com/office/drawing/2014/main" id="{FB3B240E-47A3-18C6-8FEA-211ED6FBC276}"/>
              </a:ext>
            </a:extLst>
          </p:cNvPr>
          <p:cNvSpPr/>
          <p:nvPr/>
        </p:nvSpPr>
        <p:spPr>
          <a:xfrm>
            <a:off x="6747659" y="1432594"/>
            <a:ext cx="3569817" cy="22387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Portable ID DUR – Owned Channel/ Adobe Integration</a:t>
            </a:r>
          </a:p>
        </p:txBody>
      </p:sp>
      <p:sp>
        <p:nvSpPr>
          <p:cNvPr id="88" name="Rectangle: Rounded Corners 87">
            <a:extLst>
              <a:ext uri="{FF2B5EF4-FFF2-40B4-BE49-F238E27FC236}">
                <a16:creationId xmlns:a16="http://schemas.microsoft.com/office/drawing/2014/main" id="{F96153B0-ECAA-3262-BCB8-CF3CDEFA3F49}"/>
              </a:ext>
            </a:extLst>
          </p:cNvPr>
          <p:cNvSpPr/>
          <p:nvPr/>
        </p:nvSpPr>
        <p:spPr>
          <a:xfrm>
            <a:off x="1286897" y="1690993"/>
            <a:ext cx="5465426" cy="223879"/>
          </a:xfrm>
          <a:prstGeom prst="roundRect">
            <a:avLst/>
          </a:prstGeom>
          <a:solidFill>
            <a:srgbClr val="D2DF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Portable ID Discovery &amp; Contracting</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89" name="Rectangle: Rounded Corners 88">
            <a:extLst>
              <a:ext uri="{FF2B5EF4-FFF2-40B4-BE49-F238E27FC236}">
                <a16:creationId xmlns:a16="http://schemas.microsoft.com/office/drawing/2014/main" id="{0C89A611-57FD-4AA3-7679-2FDA86E2C1DE}"/>
              </a:ext>
            </a:extLst>
          </p:cNvPr>
          <p:cNvSpPr/>
          <p:nvPr/>
        </p:nvSpPr>
        <p:spPr>
          <a:xfrm>
            <a:off x="2666978" y="5676049"/>
            <a:ext cx="854443" cy="178876"/>
          </a:xfrm>
          <a:prstGeom prst="roundRect">
            <a:avLst/>
          </a:prstGeom>
          <a:solidFill>
            <a:srgbClr val="DCEAF7"/>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Sprint 9: 4/29</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90" name="Rectangle: Rounded Corners 89">
            <a:extLst>
              <a:ext uri="{FF2B5EF4-FFF2-40B4-BE49-F238E27FC236}">
                <a16:creationId xmlns:a16="http://schemas.microsoft.com/office/drawing/2014/main" id="{ADB3251C-15ED-EB10-480A-69C516B6C0C7}"/>
              </a:ext>
            </a:extLst>
          </p:cNvPr>
          <p:cNvSpPr/>
          <p:nvPr/>
        </p:nvSpPr>
        <p:spPr>
          <a:xfrm>
            <a:off x="3541338" y="5676049"/>
            <a:ext cx="854443" cy="178876"/>
          </a:xfrm>
          <a:prstGeom prst="roundRect">
            <a:avLst/>
          </a:prstGeom>
          <a:solidFill>
            <a:srgbClr val="D2DFD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Sprint 10: 5/13</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91" name="Rectangle: Rounded Corners 90">
            <a:extLst>
              <a:ext uri="{FF2B5EF4-FFF2-40B4-BE49-F238E27FC236}">
                <a16:creationId xmlns:a16="http://schemas.microsoft.com/office/drawing/2014/main" id="{A04BBF9C-57AD-DF7C-0664-A3A2142BEC8B}"/>
              </a:ext>
            </a:extLst>
          </p:cNvPr>
          <p:cNvSpPr/>
          <p:nvPr/>
        </p:nvSpPr>
        <p:spPr>
          <a:xfrm>
            <a:off x="4415698" y="5676049"/>
            <a:ext cx="854443" cy="178876"/>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Sprint 11: 5/27</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92" name="Rectangle: Rounded Corners 91">
            <a:extLst>
              <a:ext uri="{FF2B5EF4-FFF2-40B4-BE49-F238E27FC236}">
                <a16:creationId xmlns:a16="http://schemas.microsoft.com/office/drawing/2014/main" id="{CDABF49D-892F-2437-285F-2DECE3295706}"/>
              </a:ext>
            </a:extLst>
          </p:cNvPr>
          <p:cNvSpPr/>
          <p:nvPr/>
        </p:nvSpPr>
        <p:spPr>
          <a:xfrm>
            <a:off x="5290058" y="5676049"/>
            <a:ext cx="854443" cy="178876"/>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Sprint 12: 6/10</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93" name="Rectangle: Rounded Corners 92">
            <a:extLst>
              <a:ext uri="{FF2B5EF4-FFF2-40B4-BE49-F238E27FC236}">
                <a16:creationId xmlns:a16="http://schemas.microsoft.com/office/drawing/2014/main" id="{EF27B473-C26C-2742-35FC-9FD0148795C3}"/>
              </a:ext>
            </a:extLst>
          </p:cNvPr>
          <p:cNvSpPr/>
          <p:nvPr/>
        </p:nvSpPr>
        <p:spPr>
          <a:xfrm>
            <a:off x="6164418" y="5676049"/>
            <a:ext cx="854443" cy="178876"/>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Sprint 13: 6/24</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94" name="Rectangle: Rounded Corners 93">
            <a:extLst>
              <a:ext uri="{FF2B5EF4-FFF2-40B4-BE49-F238E27FC236}">
                <a16:creationId xmlns:a16="http://schemas.microsoft.com/office/drawing/2014/main" id="{9C1807DA-3E4C-9801-EB40-B89EF4CA9877}"/>
              </a:ext>
            </a:extLst>
          </p:cNvPr>
          <p:cNvSpPr/>
          <p:nvPr/>
        </p:nvSpPr>
        <p:spPr>
          <a:xfrm>
            <a:off x="7038778" y="5676049"/>
            <a:ext cx="854443" cy="178876"/>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Sprint 14: 7/8</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95" name="Rectangle: Rounded Corners 94">
            <a:extLst>
              <a:ext uri="{FF2B5EF4-FFF2-40B4-BE49-F238E27FC236}">
                <a16:creationId xmlns:a16="http://schemas.microsoft.com/office/drawing/2014/main" id="{3F3BAB6F-BC41-EF55-717E-C02C439A4533}"/>
              </a:ext>
            </a:extLst>
          </p:cNvPr>
          <p:cNvSpPr/>
          <p:nvPr/>
        </p:nvSpPr>
        <p:spPr>
          <a:xfrm>
            <a:off x="7913138" y="5676049"/>
            <a:ext cx="854443" cy="178876"/>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Sprint 15: 7/22</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96" name="Rectangle: Rounded Corners 95">
            <a:extLst>
              <a:ext uri="{FF2B5EF4-FFF2-40B4-BE49-F238E27FC236}">
                <a16:creationId xmlns:a16="http://schemas.microsoft.com/office/drawing/2014/main" id="{7F5E0106-9517-4CFD-7DC2-F85ECCB37FE7}"/>
              </a:ext>
            </a:extLst>
          </p:cNvPr>
          <p:cNvSpPr/>
          <p:nvPr/>
        </p:nvSpPr>
        <p:spPr>
          <a:xfrm>
            <a:off x="8787498" y="5676049"/>
            <a:ext cx="854443" cy="178876"/>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Sprint 16: 8/5</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97" name="Rectangle: Rounded Corners 96">
            <a:extLst>
              <a:ext uri="{FF2B5EF4-FFF2-40B4-BE49-F238E27FC236}">
                <a16:creationId xmlns:a16="http://schemas.microsoft.com/office/drawing/2014/main" id="{823022F3-5080-55BE-047C-F63F07883E09}"/>
              </a:ext>
            </a:extLst>
          </p:cNvPr>
          <p:cNvSpPr/>
          <p:nvPr/>
        </p:nvSpPr>
        <p:spPr>
          <a:xfrm>
            <a:off x="9661861" y="5676049"/>
            <a:ext cx="854443" cy="178876"/>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Sprint 17: 8/19</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98" name="Rectangle: Rounded Corners 97">
            <a:extLst>
              <a:ext uri="{FF2B5EF4-FFF2-40B4-BE49-F238E27FC236}">
                <a16:creationId xmlns:a16="http://schemas.microsoft.com/office/drawing/2014/main" id="{52BAC3AA-4DFD-C0D9-EFC3-611917A860FF}"/>
              </a:ext>
            </a:extLst>
          </p:cNvPr>
          <p:cNvSpPr/>
          <p:nvPr/>
        </p:nvSpPr>
        <p:spPr>
          <a:xfrm>
            <a:off x="10546637" y="5676049"/>
            <a:ext cx="854443" cy="178876"/>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Sprint 18: 9/2</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99" name="Rectangle: Rounded Corners 98">
            <a:extLst>
              <a:ext uri="{FF2B5EF4-FFF2-40B4-BE49-F238E27FC236}">
                <a16:creationId xmlns:a16="http://schemas.microsoft.com/office/drawing/2014/main" id="{58590A50-C5FC-6417-68A5-A2135D298388}"/>
              </a:ext>
            </a:extLst>
          </p:cNvPr>
          <p:cNvSpPr/>
          <p:nvPr/>
        </p:nvSpPr>
        <p:spPr>
          <a:xfrm>
            <a:off x="11431413" y="5676049"/>
            <a:ext cx="748263" cy="178876"/>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Sprint 19: 9/16 </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100" name="Rectangle: Rounded Corners 99">
            <a:extLst>
              <a:ext uri="{FF2B5EF4-FFF2-40B4-BE49-F238E27FC236}">
                <a16:creationId xmlns:a16="http://schemas.microsoft.com/office/drawing/2014/main" id="{02102919-EF14-0997-D4FD-E90D1077C719}"/>
              </a:ext>
            </a:extLst>
          </p:cNvPr>
          <p:cNvSpPr/>
          <p:nvPr/>
        </p:nvSpPr>
        <p:spPr>
          <a:xfrm>
            <a:off x="4937039" y="2287978"/>
            <a:ext cx="1784313"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Portable ID Pipelines Built</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101" name="Rectangle: Rounded Corners 100">
            <a:extLst>
              <a:ext uri="{FF2B5EF4-FFF2-40B4-BE49-F238E27FC236}">
                <a16:creationId xmlns:a16="http://schemas.microsoft.com/office/drawing/2014/main" id="{FF126073-7B05-8BD6-9C80-405585F3CF2C}"/>
              </a:ext>
            </a:extLst>
          </p:cNvPr>
          <p:cNvSpPr/>
          <p:nvPr/>
        </p:nvSpPr>
        <p:spPr>
          <a:xfrm>
            <a:off x="3912637" y="2286094"/>
            <a:ext cx="949719"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POC: Customer</a:t>
            </a:r>
            <a:r>
              <a:rPr lang="en-US" sz="700">
                <a:solidFill>
                  <a:srgbClr val="1D3931"/>
                </a:solidFill>
                <a:latin typeface="SoDo Sans" panose="00000500000000000000" pitchFamily="2" charset="0"/>
                <a:ea typeface="SoDo Sans" panose="00000500000000000000" pitchFamily="2" charset="0"/>
              </a:rPr>
              <a:t>+ and TAC</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102" name="Rectangle: Rounded Corners 101">
            <a:extLst>
              <a:ext uri="{FF2B5EF4-FFF2-40B4-BE49-F238E27FC236}">
                <a16:creationId xmlns:a16="http://schemas.microsoft.com/office/drawing/2014/main" id="{D1BE7C69-675E-024E-2EE9-DFC8E09AA692}"/>
              </a:ext>
            </a:extLst>
          </p:cNvPr>
          <p:cNvSpPr/>
          <p:nvPr/>
        </p:nvSpPr>
        <p:spPr>
          <a:xfrm>
            <a:off x="3124092" y="2837033"/>
            <a:ext cx="1738263" cy="235349"/>
          </a:xfrm>
          <a:prstGeom prst="roundRect">
            <a:avLst/>
          </a:prstGeom>
          <a:solidFill>
            <a:srgbClr val="D2DF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Customer States Requirements Finalized</a:t>
            </a:r>
          </a:p>
        </p:txBody>
      </p:sp>
      <p:sp>
        <p:nvSpPr>
          <p:cNvPr id="103" name="Rectangle: Rounded Corners 102">
            <a:extLst>
              <a:ext uri="{FF2B5EF4-FFF2-40B4-BE49-F238E27FC236}">
                <a16:creationId xmlns:a16="http://schemas.microsoft.com/office/drawing/2014/main" id="{CE47AA1B-2208-9C30-5CD7-19864D46A8A7}"/>
              </a:ext>
            </a:extLst>
          </p:cNvPr>
          <p:cNvSpPr/>
          <p:nvPr/>
        </p:nvSpPr>
        <p:spPr>
          <a:xfrm>
            <a:off x="3912637" y="3104512"/>
            <a:ext cx="949718" cy="235349"/>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Exploratory Testing with SR</a:t>
            </a:r>
          </a:p>
        </p:txBody>
      </p:sp>
      <p:sp>
        <p:nvSpPr>
          <p:cNvPr id="104" name="Rectangle: Rounded Corners 103">
            <a:extLst>
              <a:ext uri="{FF2B5EF4-FFF2-40B4-BE49-F238E27FC236}">
                <a16:creationId xmlns:a16="http://schemas.microsoft.com/office/drawing/2014/main" id="{00979588-E691-15A1-CE98-A07A670896BD}"/>
              </a:ext>
            </a:extLst>
          </p:cNvPr>
          <p:cNvSpPr/>
          <p:nvPr/>
        </p:nvSpPr>
        <p:spPr>
          <a:xfrm>
            <a:off x="4937038" y="4280949"/>
            <a:ext cx="1738263"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Adobe Discovery &amp; Planning</a:t>
            </a:r>
          </a:p>
        </p:txBody>
      </p:sp>
      <p:sp>
        <p:nvSpPr>
          <p:cNvPr id="105" name="Rectangle: Rounded Corners 104">
            <a:extLst>
              <a:ext uri="{FF2B5EF4-FFF2-40B4-BE49-F238E27FC236}">
                <a16:creationId xmlns:a16="http://schemas.microsoft.com/office/drawing/2014/main" id="{B471108C-780C-90ED-BEED-D59DCE68F9DF}"/>
              </a:ext>
            </a:extLst>
          </p:cNvPr>
          <p:cNvSpPr/>
          <p:nvPr/>
        </p:nvSpPr>
        <p:spPr>
          <a:xfrm>
            <a:off x="4937039" y="2847313"/>
            <a:ext cx="1738263"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Customer States Development</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106" name="Rectangle: Rounded Corners 105">
            <a:extLst>
              <a:ext uri="{FF2B5EF4-FFF2-40B4-BE49-F238E27FC236}">
                <a16:creationId xmlns:a16="http://schemas.microsoft.com/office/drawing/2014/main" id="{C85F12F5-29A8-1BE3-E152-00F82CAF7D87}"/>
              </a:ext>
            </a:extLst>
          </p:cNvPr>
          <p:cNvSpPr/>
          <p:nvPr/>
        </p:nvSpPr>
        <p:spPr>
          <a:xfrm>
            <a:off x="4937039" y="3107742"/>
            <a:ext cx="1738263"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Segmentation Models Enablement</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107" name="Rectangle: Rounded Corners 106">
            <a:extLst>
              <a:ext uri="{FF2B5EF4-FFF2-40B4-BE49-F238E27FC236}">
                <a16:creationId xmlns:a16="http://schemas.microsoft.com/office/drawing/2014/main" id="{52E2E18A-A5D6-2DAD-DA5E-D34AB5BA5838}"/>
              </a:ext>
            </a:extLst>
          </p:cNvPr>
          <p:cNvSpPr/>
          <p:nvPr/>
        </p:nvSpPr>
        <p:spPr>
          <a:xfrm>
            <a:off x="6755898" y="3113626"/>
            <a:ext cx="1738263"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LTV Modeling</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108" name="Rectangle: Rounded Corners 107">
            <a:extLst>
              <a:ext uri="{FF2B5EF4-FFF2-40B4-BE49-F238E27FC236}">
                <a16:creationId xmlns:a16="http://schemas.microsoft.com/office/drawing/2014/main" id="{3ADC25AD-C23A-0AEE-9D7D-45812BEE4FAF}"/>
              </a:ext>
            </a:extLst>
          </p:cNvPr>
          <p:cNvSpPr/>
          <p:nvPr/>
        </p:nvSpPr>
        <p:spPr>
          <a:xfrm>
            <a:off x="8582685" y="2854025"/>
            <a:ext cx="1738263"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accent2"/>
                </a:solidFill>
                <a:latin typeface="SoDo Sans" panose="00000500000000000000" pitchFamily="2" charset="0"/>
                <a:ea typeface="SoDo Sans" panose="00000500000000000000" pitchFamily="2" charset="0"/>
              </a:rPr>
              <a:t>Offline Testing for Customer States</a:t>
            </a:r>
            <a:endParaRPr kumimoji="0" lang="en-US" sz="700" b="0" i="0" u="none" strike="noStrike" kern="1200" cap="none" spc="0" normalizeH="0" baseline="0" noProof="0">
              <a:ln>
                <a:noFill/>
              </a:ln>
              <a:solidFill>
                <a:schemeClr val="accent2"/>
              </a:solidFill>
              <a:effectLst/>
              <a:uLnTx/>
              <a:uFillTx/>
              <a:latin typeface="SoDo Sans" panose="00000500000000000000" pitchFamily="2" charset="0"/>
              <a:ea typeface="SoDo Sans" panose="00000500000000000000" pitchFamily="2" charset="0"/>
              <a:cs typeface="+mn-cs"/>
            </a:endParaRPr>
          </a:p>
        </p:txBody>
      </p:sp>
      <p:sp>
        <p:nvSpPr>
          <p:cNvPr id="109" name="Rectangle: Rounded Corners 108">
            <a:extLst>
              <a:ext uri="{FF2B5EF4-FFF2-40B4-BE49-F238E27FC236}">
                <a16:creationId xmlns:a16="http://schemas.microsoft.com/office/drawing/2014/main" id="{9E3E0F83-8DB3-426C-EF56-F5BCB9E2D948}"/>
              </a:ext>
            </a:extLst>
          </p:cNvPr>
          <p:cNvSpPr/>
          <p:nvPr/>
        </p:nvSpPr>
        <p:spPr>
          <a:xfrm>
            <a:off x="9978884" y="3124853"/>
            <a:ext cx="1745416"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chemeClr val="accent2"/>
                </a:solidFill>
                <a:latin typeface="SoDo Sans" panose="00000500000000000000" pitchFamily="2" charset="0"/>
                <a:ea typeface="SoDo Sans" panose="00000500000000000000" pitchFamily="2" charset="0"/>
              </a:rPr>
              <a:t>Customer States Migrated to Analytics ID</a:t>
            </a:r>
            <a:endParaRPr kumimoji="0" lang="en-US" sz="700" b="0" i="0" u="none" strike="noStrike" kern="1200" cap="none" spc="0" normalizeH="0" baseline="0" noProof="0">
              <a:ln>
                <a:noFill/>
              </a:ln>
              <a:solidFill>
                <a:schemeClr val="accent2"/>
              </a:solidFill>
              <a:effectLst/>
              <a:uLnTx/>
              <a:uFillTx/>
              <a:latin typeface="SoDo Sans" panose="00000500000000000000" pitchFamily="2" charset="0"/>
              <a:ea typeface="SoDo Sans" panose="00000500000000000000" pitchFamily="2" charset="0"/>
              <a:cs typeface="+mn-cs"/>
            </a:endParaRPr>
          </a:p>
        </p:txBody>
      </p:sp>
      <p:sp>
        <p:nvSpPr>
          <p:cNvPr id="110" name="Rectangle: Rounded Corners 109">
            <a:extLst>
              <a:ext uri="{FF2B5EF4-FFF2-40B4-BE49-F238E27FC236}">
                <a16:creationId xmlns:a16="http://schemas.microsoft.com/office/drawing/2014/main" id="{F4869C5C-24FB-A0F9-509C-20353E2A2B7C}"/>
              </a:ext>
            </a:extLst>
          </p:cNvPr>
          <p:cNvSpPr/>
          <p:nvPr/>
        </p:nvSpPr>
        <p:spPr>
          <a:xfrm>
            <a:off x="8582685" y="2521443"/>
            <a:ext cx="1738262" cy="22387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Pipelines moved to Production</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111" name="Rectangle: Rounded Corners 110">
            <a:extLst>
              <a:ext uri="{FF2B5EF4-FFF2-40B4-BE49-F238E27FC236}">
                <a16:creationId xmlns:a16="http://schemas.microsoft.com/office/drawing/2014/main" id="{BA41174B-6510-1A8A-07BD-0A6044B277F1}"/>
              </a:ext>
            </a:extLst>
          </p:cNvPr>
          <p:cNvSpPr/>
          <p:nvPr/>
        </p:nvSpPr>
        <p:spPr>
          <a:xfrm>
            <a:off x="8579220" y="4023039"/>
            <a:ext cx="1738262" cy="22387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Adobe Integration</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112" name="Rectangle: Rounded Corners 111">
            <a:extLst>
              <a:ext uri="{FF2B5EF4-FFF2-40B4-BE49-F238E27FC236}">
                <a16:creationId xmlns:a16="http://schemas.microsoft.com/office/drawing/2014/main" id="{2F556C7C-D97E-26E6-B80A-9F62C23A7470}"/>
              </a:ext>
            </a:extLst>
          </p:cNvPr>
          <p:cNvSpPr/>
          <p:nvPr/>
        </p:nvSpPr>
        <p:spPr>
          <a:xfrm>
            <a:off x="1286896" y="4031128"/>
            <a:ext cx="2234525" cy="223879"/>
          </a:xfrm>
          <a:prstGeom prst="roundRect">
            <a:avLst/>
          </a:prstGeom>
          <a:solidFill>
            <a:srgbClr val="DCEA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Canada Discovery</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grpSp>
        <p:nvGrpSpPr>
          <p:cNvPr id="113" name="Group 112">
            <a:extLst>
              <a:ext uri="{FF2B5EF4-FFF2-40B4-BE49-F238E27FC236}">
                <a16:creationId xmlns:a16="http://schemas.microsoft.com/office/drawing/2014/main" id="{C4A5C836-38B6-C362-26C7-01F55A601031}"/>
              </a:ext>
            </a:extLst>
          </p:cNvPr>
          <p:cNvGrpSpPr/>
          <p:nvPr/>
        </p:nvGrpSpPr>
        <p:grpSpPr>
          <a:xfrm>
            <a:off x="4548065" y="936715"/>
            <a:ext cx="1668546" cy="214485"/>
            <a:chOff x="1286896" y="1030223"/>
            <a:chExt cx="1668546" cy="214485"/>
          </a:xfrm>
        </p:grpSpPr>
        <p:sp>
          <p:nvSpPr>
            <p:cNvPr id="114" name="Diamond 113">
              <a:extLst>
                <a:ext uri="{FF2B5EF4-FFF2-40B4-BE49-F238E27FC236}">
                  <a16:creationId xmlns:a16="http://schemas.microsoft.com/office/drawing/2014/main" id="{6AA67D36-BD51-C522-CCDD-3FE447FAA31A}"/>
                </a:ext>
              </a:extLst>
            </p:cNvPr>
            <p:cNvSpPr>
              <a:spLocks noChangeAspect="1"/>
            </p:cNvSpPr>
            <p:nvPr/>
          </p:nvSpPr>
          <p:spPr>
            <a:xfrm>
              <a:off x="1286896" y="1031182"/>
              <a:ext cx="213526" cy="213526"/>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115" name="TextBox 114">
              <a:extLst>
                <a:ext uri="{FF2B5EF4-FFF2-40B4-BE49-F238E27FC236}">
                  <a16:creationId xmlns:a16="http://schemas.microsoft.com/office/drawing/2014/main" id="{399D4DBD-7809-4E75-0036-9749AE0F7448}"/>
                </a:ext>
              </a:extLst>
            </p:cNvPr>
            <p:cNvSpPr txBox="1"/>
            <p:nvPr/>
          </p:nvSpPr>
          <p:spPr>
            <a:xfrm>
              <a:off x="1444361" y="1030223"/>
              <a:ext cx="1511081"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5/28: Canada Go/No-Go </a:t>
              </a:r>
            </a:p>
          </p:txBody>
        </p:sp>
      </p:grpSp>
      <p:sp>
        <p:nvSpPr>
          <p:cNvPr id="2" name="Rectangle: Rounded Corners 1">
            <a:extLst>
              <a:ext uri="{FF2B5EF4-FFF2-40B4-BE49-F238E27FC236}">
                <a16:creationId xmlns:a16="http://schemas.microsoft.com/office/drawing/2014/main" id="{09E025BF-A4E0-9F13-BC8E-CD9BE8ECB457}"/>
              </a:ext>
            </a:extLst>
          </p:cNvPr>
          <p:cNvSpPr/>
          <p:nvPr/>
        </p:nvSpPr>
        <p:spPr>
          <a:xfrm>
            <a:off x="4937038" y="4022027"/>
            <a:ext cx="1728803" cy="22387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CBA Discovery</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
        <p:nvSpPr>
          <p:cNvPr id="7" name="Rectangle: Rounded Corners 6">
            <a:extLst>
              <a:ext uri="{FF2B5EF4-FFF2-40B4-BE49-F238E27FC236}">
                <a16:creationId xmlns:a16="http://schemas.microsoft.com/office/drawing/2014/main" id="{1010D402-6387-E29C-85C4-0863A5CF241D}"/>
              </a:ext>
            </a:extLst>
          </p:cNvPr>
          <p:cNvSpPr/>
          <p:nvPr/>
        </p:nvSpPr>
        <p:spPr>
          <a:xfrm>
            <a:off x="2620397" y="3696793"/>
            <a:ext cx="920941" cy="235349"/>
          </a:xfrm>
          <a:prstGeom prst="roundRect">
            <a:avLst/>
          </a:prstGeom>
          <a:solidFill>
            <a:srgbClr val="DCEA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Data &amp; Feature Readiness</a:t>
            </a:r>
          </a:p>
        </p:txBody>
      </p:sp>
      <p:sp>
        <p:nvSpPr>
          <p:cNvPr id="9" name="Rectangle: Rounded Corners 8">
            <a:extLst>
              <a:ext uri="{FF2B5EF4-FFF2-40B4-BE49-F238E27FC236}">
                <a16:creationId xmlns:a16="http://schemas.microsoft.com/office/drawing/2014/main" id="{2F5B9D49-54BB-0011-CE60-D328A2E44042}"/>
              </a:ext>
            </a:extLst>
          </p:cNvPr>
          <p:cNvSpPr/>
          <p:nvPr/>
        </p:nvSpPr>
        <p:spPr>
          <a:xfrm>
            <a:off x="3555824" y="3696793"/>
            <a:ext cx="835437" cy="235349"/>
          </a:xfrm>
          <a:prstGeom prst="roundRect">
            <a:avLst/>
          </a:prstGeom>
          <a:solidFill>
            <a:srgbClr val="D2DF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Model Development</a:t>
            </a:r>
          </a:p>
        </p:txBody>
      </p:sp>
      <p:sp>
        <p:nvSpPr>
          <p:cNvPr id="10" name="Rectangle: Rounded Corners 9">
            <a:extLst>
              <a:ext uri="{FF2B5EF4-FFF2-40B4-BE49-F238E27FC236}">
                <a16:creationId xmlns:a16="http://schemas.microsoft.com/office/drawing/2014/main" id="{2CD0CB5E-06D8-6A6D-3159-A6EEE4D2A3F2}"/>
              </a:ext>
            </a:extLst>
          </p:cNvPr>
          <p:cNvSpPr/>
          <p:nvPr/>
        </p:nvSpPr>
        <p:spPr>
          <a:xfrm>
            <a:off x="4415698" y="3696792"/>
            <a:ext cx="835437"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Evaluation &amp; Readout</a:t>
            </a:r>
          </a:p>
        </p:txBody>
      </p:sp>
      <p:grpSp>
        <p:nvGrpSpPr>
          <p:cNvPr id="12" name="Group 11">
            <a:extLst>
              <a:ext uri="{FF2B5EF4-FFF2-40B4-BE49-F238E27FC236}">
                <a16:creationId xmlns:a16="http://schemas.microsoft.com/office/drawing/2014/main" id="{20C02A06-2472-E6EB-6C6E-EBF124F6DB69}"/>
              </a:ext>
            </a:extLst>
          </p:cNvPr>
          <p:cNvGrpSpPr/>
          <p:nvPr/>
        </p:nvGrpSpPr>
        <p:grpSpPr>
          <a:xfrm>
            <a:off x="5019819" y="1115482"/>
            <a:ext cx="1593234" cy="307777"/>
            <a:chOff x="1286896" y="999925"/>
            <a:chExt cx="1593234" cy="307777"/>
          </a:xfrm>
        </p:grpSpPr>
        <p:sp>
          <p:nvSpPr>
            <p:cNvPr id="13" name="Diamond 12">
              <a:extLst>
                <a:ext uri="{FF2B5EF4-FFF2-40B4-BE49-F238E27FC236}">
                  <a16:creationId xmlns:a16="http://schemas.microsoft.com/office/drawing/2014/main" id="{0EC45799-0614-9604-0D0F-6F1116D9D072}"/>
                </a:ext>
              </a:extLst>
            </p:cNvPr>
            <p:cNvSpPr>
              <a:spLocks noChangeAspect="1"/>
            </p:cNvSpPr>
            <p:nvPr/>
          </p:nvSpPr>
          <p:spPr>
            <a:xfrm>
              <a:off x="1286896" y="1047050"/>
              <a:ext cx="213526" cy="213526"/>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14" name="TextBox 13">
              <a:extLst>
                <a:ext uri="{FF2B5EF4-FFF2-40B4-BE49-F238E27FC236}">
                  <a16:creationId xmlns:a16="http://schemas.microsoft.com/office/drawing/2014/main" id="{1EA08633-0C4A-7971-7C3F-54FC1C056115}"/>
                </a:ext>
              </a:extLst>
            </p:cNvPr>
            <p:cNvSpPr txBox="1"/>
            <p:nvPr/>
          </p:nvSpPr>
          <p:spPr>
            <a:xfrm>
              <a:off x="1444361" y="999925"/>
              <a:ext cx="1435769" cy="30777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6/5: Attitudinal Segmentation Go/No-Go</a:t>
              </a:r>
            </a:p>
          </p:txBody>
        </p:sp>
      </p:grpSp>
      <p:sp>
        <p:nvSpPr>
          <p:cNvPr id="16" name="Rectangle: Rounded Corners 15">
            <a:extLst>
              <a:ext uri="{FF2B5EF4-FFF2-40B4-BE49-F238E27FC236}">
                <a16:creationId xmlns:a16="http://schemas.microsoft.com/office/drawing/2014/main" id="{AB1207D9-110E-DBD1-2290-E8216405081F}"/>
              </a:ext>
            </a:extLst>
          </p:cNvPr>
          <p:cNvSpPr/>
          <p:nvPr/>
        </p:nvSpPr>
        <p:spPr>
          <a:xfrm>
            <a:off x="3555824" y="3444753"/>
            <a:ext cx="1333046"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Production Discovery &amp; Requirements</a:t>
            </a:r>
          </a:p>
        </p:txBody>
      </p:sp>
      <p:sp>
        <p:nvSpPr>
          <p:cNvPr id="18" name="Rectangle: Rounded Corners 17">
            <a:extLst>
              <a:ext uri="{FF2B5EF4-FFF2-40B4-BE49-F238E27FC236}">
                <a16:creationId xmlns:a16="http://schemas.microsoft.com/office/drawing/2014/main" id="{1442E67F-981E-EE3B-5D03-F57CABBF716A}"/>
              </a:ext>
            </a:extLst>
          </p:cNvPr>
          <p:cNvSpPr/>
          <p:nvPr/>
        </p:nvSpPr>
        <p:spPr>
          <a:xfrm>
            <a:off x="5296090" y="3694574"/>
            <a:ext cx="2597128"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Iteration Scoping &amp; Execution</a:t>
            </a:r>
          </a:p>
        </p:txBody>
      </p:sp>
      <p:sp>
        <p:nvSpPr>
          <p:cNvPr id="19" name="Rectangle: Rounded Corners 18">
            <a:extLst>
              <a:ext uri="{FF2B5EF4-FFF2-40B4-BE49-F238E27FC236}">
                <a16:creationId xmlns:a16="http://schemas.microsoft.com/office/drawing/2014/main" id="{1E25E784-6395-FF1B-635B-5B9DFD669900}"/>
              </a:ext>
            </a:extLst>
          </p:cNvPr>
          <p:cNvSpPr/>
          <p:nvPr/>
        </p:nvSpPr>
        <p:spPr>
          <a:xfrm>
            <a:off x="7919176" y="3696791"/>
            <a:ext cx="1722765"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rPr>
              <a:t>Productionalize &amp; Deploy</a:t>
            </a:r>
          </a:p>
        </p:txBody>
      </p:sp>
      <p:cxnSp>
        <p:nvCxnSpPr>
          <p:cNvPr id="20" name="Straight Connector 19">
            <a:extLst>
              <a:ext uri="{FF2B5EF4-FFF2-40B4-BE49-F238E27FC236}">
                <a16:creationId xmlns:a16="http://schemas.microsoft.com/office/drawing/2014/main" id="{C8FED88A-5362-5CFE-F5AD-7443864E8D2B}"/>
              </a:ext>
            </a:extLst>
          </p:cNvPr>
          <p:cNvCxnSpPr>
            <a:cxnSpLocks/>
          </p:cNvCxnSpPr>
          <p:nvPr/>
        </p:nvCxnSpPr>
        <p:spPr>
          <a:xfrm>
            <a:off x="1387151" y="3397522"/>
            <a:ext cx="10681342" cy="0"/>
          </a:xfrm>
          <a:prstGeom prst="line">
            <a:avLst/>
          </a:prstGeom>
          <a:ln w="6350">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AB0548A-9EB2-BA6E-D13A-91187F1D5268}"/>
              </a:ext>
            </a:extLst>
          </p:cNvPr>
          <p:cNvSpPr txBox="1"/>
          <p:nvPr/>
        </p:nvSpPr>
        <p:spPr>
          <a:xfrm>
            <a:off x="1217399" y="3682025"/>
            <a:ext cx="1157747" cy="30777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lumMod val="50000"/>
                    <a:lumOff val="50000"/>
                  </a:schemeClr>
                </a:solidFill>
                <a:effectLst/>
                <a:uLnTx/>
                <a:uFillTx/>
                <a:latin typeface="SoDo Sans" panose="00000500000000000000" pitchFamily="2" charset="0"/>
                <a:ea typeface="SoDo Sans" panose="00000500000000000000" pitchFamily="2" charset="0"/>
                <a:cs typeface="+mn-cs"/>
              </a:rPr>
              <a:t>WS2b: Attitudinal Segmentation Tagging</a:t>
            </a:r>
          </a:p>
        </p:txBody>
      </p:sp>
      <p:sp>
        <p:nvSpPr>
          <p:cNvPr id="25" name="TextBox 24">
            <a:extLst>
              <a:ext uri="{FF2B5EF4-FFF2-40B4-BE49-F238E27FC236}">
                <a16:creationId xmlns:a16="http://schemas.microsoft.com/office/drawing/2014/main" id="{D2792658-4ADA-7D1F-A5FD-5CDF1FAB8046}"/>
              </a:ext>
            </a:extLst>
          </p:cNvPr>
          <p:cNvSpPr txBox="1"/>
          <p:nvPr/>
        </p:nvSpPr>
        <p:spPr>
          <a:xfrm>
            <a:off x="1217398" y="3187160"/>
            <a:ext cx="1402999"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lumMod val="50000"/>
                    <a:lumOff val="50000"/>
                  </a:schemeClr>
                </a:solidFill>
                <a:effectLst/>
                <a:uLnTx/>
                <a:uFillTx/>
                <a:latin typeface="SoDo Sans" panose="00000500000000000000" pitchFamily="2" charset="0"/>
                <a:ea typeface="SoDo Sans" panose="00000500000000000000" pitchFamily="2" charset="0"/>
                <a:cs typeface="+mn-cs"/>
              </a:rPr>
              <a:t>WS2a: Customer States</a:t>
            </a:r>
          </a:p>
        </p:txBody>
      </p:sp>
      <p:cxnSp>
        <p:nvCxnSpPr>
          <p:cNvPr id="4" name="Straight Connector 3">
            <a:extLst>
              <a:ext uri="{FF2B5EF4-FFF2-40B4-BE49-F238E27FC236}">
                <a16:creationId xmlns:a16="http://schemas.microsoft.com/office/drawing/2014/main" id="{ED518A93-74AE-91C3-D970-4578F406F072}"/>
              </a:ext>
            </a:extLst>
          </p:cNvPr>
          <p:cNvCxnSpPr>
            <a:cxnSpLocks/>
          </p:cNvCxnSpPr>
          <p:nvPr/>
        </p:nvCxnSpPr>
        <p:spPr>
          <a:xfrm>
            <a:off x="5010611" y="899417"/>
            <a:ext cx="0" cy="5338873"/>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pic>
        <p:nvPicPr>
          <p:cNvPr id="3" name="Graphic 2" descr="Plant with solid fill">
            <a:extLst>
              <a:ext uri="{FF2B5EF4-FFF2-40B4-BE49-F238E27FC236}">
                <a16:creationId xmlns:a16="http://schemas.microsoft.com/office/drawing/2014/main" id="{380F415B-629F-1956-4DB9-E74E621D830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809880" y="2020087"/>
            <a:ext cx="171664" cy="171664"/>
          </a:xfrm>
          <a:prstGeom prst="rect">
            <a:avLst/>
          </a:prstGeom>
        </p:spPr>
      </p:pic>
      <p:pic>
        <p:nvPicPr>
          <p:cNvPr id="6" name="Graphic 5" descr="Plant with solid fill">
            <a:extLst>
              <a:ext uri="{FF2B5EF4-FFF2-40B4-BE49-F238E27FC236}">
                <a16:creationId xmlns:a16="http://schemas.microsoft.com/office/drawing/2014/main" id="{68CBA545-ADCB-8406-32E3-4F86500D370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317931" y="1463081"/>
            <a:ext cx="171664" cy="171664"/>
          </a:xfrm>
          <a:prstGeom prst="rect">
            <a:avLst/>
          </a:prstGeom>
        </p:spPr>
      </p:pic>
      <p:grpSp>
        <p:nvGrpSpPr>
          <p:cNvPr id="21" name="Group 20">
            <a:extLst>
              <a:ext uri="{FF2B5EF4-FFF2-40B4-BE49-F238E27FC236}">
                <a16:creationId xmlns:a16="http://schemas.microsoft.com/office/drawing/2014/main" id="{F7A64EF8-A752-A12A-7CBB-AD0CA3A6DC09}"/>
              </a:ext>
            </a:extLst>
          </p:cNvPr>
          <p:cNvGrpSpPr/>
          <p:nvPr/>
        </p:nvGrpSpPr>
        <p:grpSpPr>
          <a:xfrm>
            <a:off x="3002603" y="1141067"/>
            <a:ext cx="1663428" cy="226526"/>
            <a:chOff x="-163006" y="1031182"/>
            <a:chExt cx="1663428" cy="226526"/>
          </a:xfrm>
        </p:grpSpPr>
        <p:sp>
          <p:nvSpPr>
            <p:cNvPr id="22" name="Diamond 21">
              <a:extLst>
                <a:ext uri="{FF2B5EF4-FFF2-40B4-BE49-F238E27FC236}">
                  <a16:creationId xmlns:a16="http://schemas.microsoft.com/office/drawing/2014/main" id="{2BA7EE8E-BBAF-FB08-9120-AD7E13181E0D}"/>
                </a:ext>
              </a:extLst>
            </p:cNvPr>
            <p:cNvSpPr>
              <a:spLocks noChangeAspect="1"/>
            </p:cNvSpPr>
            <p:nvPr/>
          </p:nvSpPr>
          <p:spPr>
            <a:xfrm>
              <a:off x="1286896" y="1031182"/>
              <a:ext cx="213526" cy="213526"/>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a:p>
          </p:txBody>
        </p:sp>
        <p:sp>
          <p:nvSpPr>
            <p:cNvPr id="23" name="TextBox 22">
              <a:extLst>
                <a:ext uri="{FF2B5EF4-FFF2-40B4-BE49-F238E27FC236}">
                  <a16:creationId xmlns:a16="http://schemas.microsoft.com/office/drawing/2014/main" id="{759CCDC0-26C5-EDD1-5F66-051CBA4791EE}"/>
                </a:ext>
              </a:extLst>
            </p:cNvPr>
            <p:cNvSpPr txBox="1"/>
            <p:nvPr/>
          </p:nvSpPr>
          <p:spPr>
            <a:xfrm>
              <a:off x="-163006" y="1057653"/>
              <a:ext cx="1511081" cy="20005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DUR Committee Review: 5/27</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grpSp>
      <p:sp>
        <p:nvSpPr>
          <p:cNvPr id="26" name="Rectangle: Rounded Corners 25">
            <a:extLst>
              <a:ext uri="{FF2B5EF4-FFF2-40B4-BE49-F238E27FC236}">
                <a16:creationId xmlns:a16="http://schemas.microsoft.com/office/drawing/2014/main" id="{08DA0CC7-84F6-F3D0-D0FD-F213DAD78B72}"/>
              </a:ext>
            </a:extLst>
          </p:cNvPr>
          <p:cNvSpPr/>
          <p:nvPr/>
        </p:nvSpPr>
        <p:spPr>
          <a:xfrm>
            <a:off x="6741370" y="2592470"/>
            <a:ext cx="1738263" cy="235349"/>
          </a:xfrm>
          <a:prstGeom prst="roundRect">
            <a:avLst/>
          </a:prstGeom>
          <a:solidFill>
            <a:srgbClr val="EAE6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srgbClr val="1D3931"/>
                </a:solidFill>
                <a:latin typeface="SoDo Sans" panose="00000500000000000000" pitchFamily="2" charset="0"/>
                <a:ea typeface="SoDo Sans" panose="00000500000000000000" pitchFamily="2" charset="0"/>
              </a:rPr>
              <a:t>Customer States Iterations</a:t>
            </a:r>
            <a:endParaRPr kumimoji="0" lang="en-US" sz="700" b="0" i="0" u="none" strike="noStrike" kern="1200" cap="none" spc="0" normalizeH="0" baseline="0" noProof="0">
              <a:ln>
                <a:noFill/>
              </a:ln>
              <a:solidFill>
                <a:srgbClr val="1D3931"/>
              </a:solidFill>
              <a:effectLst/>
              <a:uLnTx/>
              <a:uFillTx/>
              <a:latin typeface="SoDo Sans" panose="00000500000000000000" pitchFamily="2" charset="0"/>
              <a:ea typeface="SoDo Sans" panose="00000500000000000000" pitchFamily="2" charset="0"/>
              <a:cs typeface="+mn-cs"/>
            </a:endParaRPr>
          </a:p>
        </p:txBody>
      </p:sp>
    </p:spTree>
    <p:extLst>
      <p:ext uri="{BB962C8B-B14F-4D97-AF65-F5344CB8AC3E}">
        <p14:creationId xmlns:p14="http://schemas.microsoft.com/office/powerpoint/2010/main" val="1616976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035637-939B-09BA-E798-2B75D211B057}"/>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23114B24-B7EF-476A-FC24-3BBF9194C4FF}"/>
              </a:ext>
            </a:extLst>
          </p:cNvPr>
          <p:cNvSpPr>
            <a:spLocks noGrp="1"/>
          </p:cNvSpPr>
          <p:nvPr>
            <p:ph type="body" sz="quarter" idx="11"/>
          </p:nvPr>
        </p:nvSpPr>
        <p:spPr/>
        <p:txBody>
          <a:bodyPr/>
          <a:lstStyle/>
          <a:p>
            <a:r>
              <a:rPr lang="en-US"/>
              <a:t>Worried About</a:t>
            </a:r>
          </a:p>
        </p:txBody>
      </p:sp>
      <p:sp>
        <p:nvSpPr>
          <p:cNvPr id="5" name="Text Placeholder 4">
            <a:extLst>
              <a:ext uri="{FF2B5EF4-FFF2-40B4-BE49-F238E27FC236}">
                <a16:creationId xmlns:a16="http://schemas.microsoft.com/office/drawing/2014/main" id="{A11ED21F-44EC-FA8E-4CE0-B7217598977F}"/>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BACDDB7E-DCDB-354B-35A0-277E0A1C8A52}"/>
              </a:ext>
            </a:extLst>
          </p:cNvPr>
          <p:cNvSpPr txBox="1"/>
          <p:nvPr/>
        </p:nvSpPr>
        <p:spPr>
          <a:xfrm>
            <a:off x="468707" y="1783800"/>
            <a:ext cx="10446341" cy="2774079"/>
          </a:xfrm>
          <a:prstGeom prst="rect">
            <a:avLst/>
          </a:prstGeom>
          <a:noFill/>
        </p:spPr>
        <p:txBody>
          <a:bodyPr wrap="square" rtlCol="0">
            <a:noAutofit/>
          </a:bodyPr>
          <a:lstStyle/>
          <a:p>
            <a:pPr marL="285750" indent="-285750">
              <a:buFont typeface="Arial" panose="020B0604020202020204" pitchFamily="34" charset="0"/>
              <a:buChar char="•"/>
            </a:pPr>
            <a:r>
              <a:rPr lang="en-US" sz="1600"/>
              <a:t>I am worried about our </a:t>
            </a:r>
            <a:r>
              <a:rPr lang="en-US" sz="1600" b="1">
                <a:solidFill>
                  <a:schemeClr val="accent1"/>
                </a:solidFill>
              </a:rPr>
              <a:t>timelines</a:t>
            </a:r>
            <a:r>
              <a:rPr lang="en-US" sz="1600"/>
              <a:t>. </a:t>
            </a:r>
          </a:p>
          <a:p>
            <a:pPr marL="742950" lvl="1" indent="-285750">
              <a:buFont typeface="Arial" panose="020B0604020202020204" pitchFamily="34" charset="0"/>
              <a:buChar char="•"/>
            </a:pPr>
            <a:r>
              <a:rPr lang="en-US" sz="1600"/>
              <a:t>This type of work is highly </a:t>
            </a:r>
            <a:r>
              <a:rPr lang="en-US" sz="1600" i="1"/>
              <a:t>iterative</a:t>
            </a:r>
            <a:r>
              <a:rPr lang="en-US" sz="1600"/>
              <a:t>. So, we must move fast enough to provide you (and stakeholders) with results that you can react to and we can iterate on.</a:t>
            </a:r>
          </a:p>
          <a:p>
            <a:pPr marL="742950" lvl="1" indent="-285750">
              <a:buFont typeface="Arial" panose="020B0604020202020204" pitchFamily="34" charset="0"/>
              <a:buChar char="•"/>
            </a:pPr>
            <a:r>
              <a:rPr lang="en-US" sz="1600"/>
              <a:t>One month to create the States definition and one month to create the predictive models is highly aggressive.</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I am worried about </a:t>
            </a:r>
            <a:r>
              <a:rPr lang="en-US" sz="1600" b="1">
                <a:solidFill>
                  <a:schemeClr val="accent1"/>
                </a:solidFill>
              </a:rPr>
              <a:t>adoption</a:t>
            </a:r>
            <a:r>
              <a:rPr lang="en-US" sz="1600"/>
              <a:t>.</a:t>
            </a:r>
          </a:p>
          <a:p>
            <a:pPr marL="742950" lvl="1" indent="-285750">
              <a:buFont typeface="Arial" panose="020B0604020202020204" pitchFamily="34" charset="0"/>
              <a:buChar char="•"/>
            </a:pPr>
            <a:r>
              <a:rPr lang="en-US" sz="1600"/>
              <a:t>Not too worried because Sarah is on it. However, the initial meetings and comms to the stakeholder teams should be persuasive. </a:t>
            </a:r>
          </a:p>
          <a:p>
            <a:pPr marL="742950" lvl="1" indent="-285750">
              <a:buFont typeface="Arial" panose="020B0604020202020204" pitchFamily="34" charset="0"/>
              <a:buChar char="•"/>
            </a:pPr>
            <a:r>
              <a:rPr lang="en-US" sz="1600"/>
              <a:t>I would love to run some experiments prior to doing a lot of production work.</a:t>
            </a:r>
          </a:p>
          <a:p>
            <a:pPr marL="742950" lvl="1" indent="-285750">
              <a:buFont typeface="Arial" panose="020B0604020202020204" pitchFamily="34" charset="0"/>
              <a:buChar char="•"/>
            </a:pPr>
            <a:r>
              <a:rPr lang="en-US" sz="1600"/>
              <a:t>Reports are not on our roadmap</a:t>
            </a:r>
          </a:p>
          <a:p>
            <a:pPr marL="742950" lvl="1"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I am worried about what this looks like in </a:t>
            </a:r>
            <a:r>
              <a:rPr lang="en-US" sz="1600" b="1">
                <a:solidFill>
                  <a:schemeClr val="accent1"/>
                </a:solidFill>
              </a:rPr>
              <a:t>production</a:t>
            </a:r>
            <a:r>
              <a:rPr lang="en-US" sz="1600"/>
              <a:t> and how we get there.</a:t>
            </a:r>
          </a:p>
          <a:p>
            <a:pPr marL="742950" lvl="1" indent="-285750">
              <a:buFont typeface="Arial" panose="020B0604020202020204" pitchFamily="34" charset="0"/>
              <a:buChar char="•"/>
            </a:pPr>
            <a:r>
              <a:rPr lang="en-US" sz="1600"/>
              <a:t>Data Science can get us to the point where we have “a table in Databricks that updates daily” </a:t>
            </a:r>
          </a:p>
          <a:p>
            <a:pPr marL="742950" lvl="1" indent="-285750">
              <a:buFont typeface="Arial" panose="020B0604020202020204" pitchFamily="34" charset="0"/>
              <a:buChar char="•"/>
            </a:pPr>
            <a:r>
              <a:rPr lang="en-US" sz="1600"/>
              <a:t>After that, </a:t>
            </a:r>
            <a:r>
              <a:rPr lang="en-US" sz="1600" i="1"/>
              <a:t>MLOPs</a:t>
            </a:r>
            <a:r>
              <a:rPr lang="en-US" sz="1600"/>
              <a:t>, </a:t>
            </a:r>
            <a:r>
              <a:rPr lang="en-US" sz="1600" i="1"/>
              <a:t>production-level data pipelines</a:t>
            </a:r>
            <a:r>
              <a:rPr lang="en-US" sz="1600"/>
              <a:t>, and </a:t>
            </a:r>
            <a:r>
              <a:rPr lang="en-US" sz="1600" i="1"/>
              <a:t>Adobe integration </a:t>
            </a:r>
            <a:r>
              <a:rPr lang="en-US" sz="1600"/>
              <a:t>are not on our roadmap.</a:t>
            </a:r>
          </a:p>
        </p:txBody>
      </p:sp>
    </p:spTree>
    <p:extLst>
      <p:ext uri="{BB962C8B-B14F-4D97-AF65-F5344CB8AC3E}">
        <p14:creationId xmlns:p14="http://schemas.microsoft.com/office/powerpoint/2010/main" val="1395303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DB3C6-D282-23CE-A731-DFF3A3012B5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1D821E0-DD3A-A52A-9421-28D7FD3F1B71}"/>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88C51E6C-1AB8-F89D-D3FE-C25AD1772282}"/>
              </a:ext>
            </a:extLst>
          </p:cNvPr>
          <p:cNvSpPr>
            <a:spLocks noGrp="1"/>
          </p:cNvSpPr>
          <p:nvPr>
            <p:ph type="body" sz="quarter" idx="11"/>
          </p:nvPr>
        </p:nvSpPr>
        <p:spPr>
          <a:xfrm>
            <a:off x="3157979" y="1765235"/>
            <a:ext cx="6087533" cy="2264641"/>
          </a:xfrm>
        </p:spPr>
        <p:txBody>
          <a:bodyPr/>
          <a:lstStyle/>
          <a:p>
            <a:pPr algn="ctr"/>
            <a:r>
              <a:rPr lang="en-US" sz="3200"/>
              <a:t>States Framework</a:t>
            </a:r>
            <a:endParaRPr lang="en-US"/>
          </a:p>
          <a:p>
            <a:pPr marL="457200" indent="-457200" algn="ctr">
              <a:buAutoNum type="arabicPeriod"/>
            </a:pPr>
            <a:endParaRPr lang="en-US"/>
          </a:p>
        </p:txBody>
      </p:sp>
      <p:sp>
        <p:nvSpPr>
          <p:cNvPr id="4" name="Text Placeholder 3">
            <a:extLst>
              <a:ext uri="{FF2B5EF4-FFF2-40B4-BE49-F238E27FC236}">
                <a16:creationId xmlns:a16="http://schemas.microsoft.com/office/drawing/2014/main" id="{BDF42F18-CA00-82A8-9B48-49A9CF35257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30337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102729-8BE0-827F-1DD4-23458438259A}"/>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FF574C01-724C-0315-BCD1-E7874EFC4B34}"/>
              </a:ext>
            </a:extLst>
          </p:cNvPr>
          <p:cNvSpPr>
            <a:spLocks noGrp="1"/>
          </p:cNvSpPr>
          <p:nvPr>
            <p:ph type="body" sz="quarter" idx="10"/>
          </p:nvPr>
        </p:nvSpPr>
        <p:spPr/>
        <p:txBody>
          <a:bodyPr/>
          <a:lstStyle/>
          <a:p>
            <a:endParaRPr lang="en-US"/>
          </a:p>
        </p:txBody>
      </p:sp>
      <p:pic>
        <p:nvPicPr>
          <p:cNvPr id="2050" name="image_0">
            <a:extLst>
              <a:ext uri="{FF2B5EF4-FFF2-40B4-BE49-F238E27FC236}">
                <a16:creationId xmlns:a16="http://schemas.microsoft.com/office/drawing/2014/main" id="{AC2D47AF-D6A4-3988-0DF7-D089E1F0CF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717" y="1364356"/>
            <a:ext cx="11490732" cy="438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47683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DC9B81-1D8B-CAE2-F0EA-82D024C49C76}"/>
              </a:ext>
            </a:extLst>
          </p:cNvPr>
          <p:cNvSpPr>
            <a:spLocks noGrp="1"/>
          </p:cNvSpPr>
          <p:nvPr>
            <p:ph type="body" sz="quarter" idx="21"/>
          </p:nvPr>
        </p:nvSpPr>
        <p:spPr/>
        <p:txBody>
          <a:bodyPr/>
          <a:lstStyle/>
          <a:p>
            <a:endParaRPr lang="en-US"/>
          </a:p>
        </p:txBody>
      </p:sp>
      <p:sp>
        <p:nvSpPr>
          <p:cNvPr id="3" name="Text Placeholder 2">
            <a:extLst>
              <a:ext uri="{FF2B5EF4-FFF2-40B4-BE49-F238E27FC236}">
                <a16:creationId xmlns:a16="http://schemas.microsoft.com/office/drawing/2014/main" id="{42A22680-F546-9DC8-C255-0CE016D6B947}"/>
              </a:ext>
            </a:extLst>
          </p:cNvPr>
          <p:cNvSpPr>
            <a:spLocks noGrp="1"/>
          </p:cNvSpPr>
          <p:nvPr>
            <p:ph type="body" sz="quarter" idx="20"/>
          </p:nvPr>
        </p:nvSpPr>
        <p:spPr/>
        <p:txBody>
          <a:bodyPr/>
          <a:lstStyle/>
          <a:p>
            <a:r>
              <a:rPr lang="en-US"/>
              <a:t>The behaviors should be strategically tied to business initiatives. </a:t>
            </a:r>
          </a:p>
        </p:txBody>
      </p:sp>
      <p:sp>
        <p:nvSpPr>
          <p:cNvPr id="4" name="Text Placeholder 3">
            <a:extLst>
              <a:ext uri="{FF2B5EF4-FFF2-40B4-BE49-F238E27FC236}">
                <a16:creationId xmlns:a16="http://schemas.microsoft.com/office/drawing/2014/main" id="{E3477CE6-1B1D-F31B-42D0-A2061AC3C5AE}"/>
              </a:ext>
            </a:extLst>
          </p:cNvPr>
          <p:cNvSpPr>
            <a:spLocks noGrp="1"/>
          </p:cNvSpPr>
          <p:nvPr>
            <p:ph type="body" sz="quarter" idx="19"/>
          </p:nvPr>
        </p:nvSpPr>
        <p:spPr/>
        <p:txBody>
          <a:bodyPr/>
          <a:lstStyle/>
          <a:p>
            <a:r>
              <a:rPr lang="en-US"/>
              <a:t>Strategic</a:t>
            </a:r>
          </a:p>
        </p:txBody>
      </p:sp>
      <p:sp>
        <p:nvSpPr>
          <p:cNvPr id="5" name="Text Placeholder 4">
            <a:extLst>
              <a:ext uri="{FF2B5EF4-FFF2-40B4-BE49-F238E27FC236}">
                <a16:creationId xmlns:a16="http://schemas.microsoft.com/office/drawing/2014/main" id="{B4603D31-B70C-7E5E-AD7B-95729EE3D535}"/>
              </a:ext>
            </a:extLst>
          </p:cNvPr>
          <p:cNvSpPr>
            <a:spLocks noGrp="1"/>
          </p:cNvSpPr>
          <p:nvPr>
            <p:ph type="body" sz="quarter" idx="18"/>
          </p:nvPr>
        </p:nvSpPr>
        <p:spPr/>
        <p:txBody>
          <a:bodyPr/>
          <a:lstStyle/>
          <a:p>
            <a:r>
              <a:rPr lang="en-US"/>
              <a:t>Stakeholders should be able to identify levers that allow them to influence the behavior and thus drive more value</a:t>
            </a:r>
          </a:p>
        </p:txBody>
      </p:sp>
      <p:sp>
        <p:nvSpPr>
          <p:cNvPr id="6" name="Text Placeholder 5">
            <a:extLst>
              <a:ext uri="{FF2B5EF4-FFF2-40B4-BE49-F238E27FC236}">
                <a16:creationId xmlns:a16="http://schemas.microsoft.com/office/drawing/2014/main" id="{90C05F3C-DFC2-6079-082D-08DE52235531}"/>
              </a:ext>
            </a:extLst>
          </p:cNvPr>
          <p:cNvSpPr>
            <a:spLocks noGrp="1"/>
          </p:cNvSpPr>
          <p:nvPr>
            <p:ph type="body" sz="quarter" idx="17"/>
          </p:nvPr>
        </p:nvSpPr>
        <p:spPr>
          <a:xfrm>
            <a:off x="6399619" y="2730500"/>
            <a:ext cx="2346448" cy="285532"/>
          </a:xfrm>
        </p:spPr>
        <p:txBody>
          <a:bodyPr/>
          <a:lstStyle/>
          <a:p>
            <a:r>
              <a:rPr lang="en-US"/>
              <a:t>Operationally Actionable</a:t>
            </a:r>
          </a:p>
        </p:txBody>
      </p:sp>
      <p:sp>
        <p:nvSpPr>
          <p:cNvPr id="7" name="Text Placeholder 6">
            <a:extLst>
              <a:ext uri="{FF2B5EF4-FFF2-40B4-BE49-F238E27FC236}">
                <a16:creationId xmlns:a16="http://schemas.microsoft.com/office/drawing/2014/main" id="{C54F2384-516E-5959-79CF-D450917F53DE}"/>
              </a:ext>
            </a:extLst>
          </p:cNvPr>
          <p:cNvSpPr>
            <a:spLocks noGrp="1"/>
          </p:cNvSpPr>
          <p:nvPr>
            <p:ph type="body" sz="quarter" idx="16"/>
          </p:nvPr>
        </p:nvSpPr>
        <p:spPr/>
        <p:txBody>
          <a:bodyPr/>
          <a:lstStyle/>
          <a:p>
            <a:r>
              <a:rPr lang="en-US"/>
              <a:t>Stakeholders should believe that the behavior is tied to value and that changes in customer actions will drive more value.</a:t>
            </a:r>
          </a:p>
        </p:txBody>
      </p:sp>
      <p:sp>
        <p:nvSpPr>
          <p:cNvPr id="8" name="Text Placeholder 7">
            <a:extLst>
              <a:ext uri="{FF2B5EF4-FFF2-40B4-BE49-F238E27FC236}">
                <a16:creationId xmlns:a16="http://schemas.microsoft.com/office/drawing/2014/main" id="{481727A1-6201-91D9-B548-D68FDC2F4187}"/>
              </a:ext>
            </a:extLst>
          </p:cNvPr>
          <p:cNvSpPr>
            <a:spLocks noGrp="1"/>
          </p:cNvSpPr>
          <p:nvPr>
            <p:ph type="body" sz="quarter" idx="15"/>
          </p:nvPr>
        </p:nvSpPr>
        <p:spPr/>
        <p:txBody>
          <a:bodyPr/>
          <a:lstStyle/>
          <a:p>
            <a:r>
              <a:rPr lang="en-US"/>
              <a:t>Emotionally Intuitive</a:t>
            </a:r>
          </a:p>
        </p:txBody>
      </p:sp>
      <p:sp>
        <p:nvSpPr>
          <p:cNvPr id="9" name="Text Placeholder 8">
            <a:extLst>
              <a:ext uri="{FF2B5EF4-FFF2-40B4-BE49-F238E27FC236}">
                <a16:creationId xmlns:a16="http://schemas.microsoft.com/office/drawing/2014/main" id="{BA4ACCDD-BC22-6471-3712-47D3678D2431}"/>
              </a:ext>
            </a:extLst>
          </p:cNvPr>
          <p:cNvSpPr>
            <a:spLocks noGrp="1"/>
          </p:cNvSpPr>
          <p:nvPr>
            <p:ph type="body" sz="quarter" idx="14"/>
          </p:nvPr>
        </p:nvSpPr>
        <p:spPr/>
        <p:txBody>
          <a:bodyPr/>
          <a:lstStyle/>
          <a:p>
            <a:r>
              <a:rPr lang="en-US"/>
              <a:t>Stakeholders should understand the behavior and what specific types of customer actions drive higher values of the behavior.</a:t>
            </a:r>
          </a:p>
        </p:txBody>
      </p:sp>
      <p:sp>
        <p:nvSpPr>
          <p:cNvPr id="10" name="Text Placeholder 9">
            <a:extLst>
              <a:ext uri="{FF2B5EF4-FFF2-40B4-BE49-F238E27FC236}">
                <a16:creationId xmlns:a16="http://schemas.microsoft.com/office/drawing/2014/main" id="{ADB8192C-7DC3-D12E-D706-35A0F0E5A16D}"/>
              </a:ext>
            </a:extLst>
          </p:cNvPr>
          <p:cNvSpPr>
            <a:spLocks noGrp="1"/>
          </p:cNvSpPr>
          <p:nvPr>
            <p:ph type="body" sz="quarter" idx="13"/>
          </p:nvPr>
        </p:nvSpPr>
        <p:spPr/>
        <p:txBody>
          <a:bodyPr/>
          <a:lstStyle/>
          <a:p>
            <a:r>
              <a:rPr lang="en-US"/>
              <a:t>Easy to Understand</a:t>
            </a:r>
          </a:p>
        </p:txBody>
      </p:sp>
      <p:sp>
        <p:nvSpPr>
          <p:cNvPr id="11" name="Text Placeholder 10">
            <a:extLst>
              <a:ext uri="{FF2B5EF4-FFF2-40B4-BE49-F238E27FC236}">
                <a16:creationId xmlns:a16="http://schemas.microsoft.com/office/drawing/2014/main" id="{B52863EC-F939-C84E-B868-D26157B57CD0}"/>
              </a:ext>
            </a:extLst>
          </p:cNvPr>
          <p:cNvSpPr>
            <a:spLocks noGrp="1"/>
          </p:cNvSpPr>
          <p:nvPr>
            <p:ph type="body" sz="quarter" idx="12"/>
          </p:nvPr>
        </p:nvSpPr>
        <p:spPr>
          <a:xfrm>
            <a:off x="443303" y="1562102"/>
            <a:ext cx="5052721" cy="577850"/>
          </a:xfrm>
        </p:spPr>
        <p:txBody>
          <a:bodyPr/>
          <a:lstStyle/>
          <a:p>
            <a:r>
              <a:rPr lang="en-US"/>
              <a:t>Can be </a:t>
            </a:r>
            <a:r>
              <a:rPr lang="en-US" b="1">
                <a:solidFill>
                  <a:schemeClr val="accent1"/>
                </a:solidFill>
              </a:rPr>
              <a:t>conceptual</a:t>
            </a:r>
            <a:r>
              <a:rPr lang="en-US"/>
              <a:t>, but must be interpretable</a:t>
            </a:r>
          </a:p>
        </p:txBody>
      </p:sp>
      <p:sp>
        <p:nvSpPr>
          <p:cNvPr id="12" name="Text Placeholder 11">
            <a:extLst>
              <a:ext uri="{FF2B5EF4-FFF2-40B4-BE49-F238E27FC236}">
                <a16:creationId xmlns:a16="http://schemas.microsoft.com/office/drawing/2014/main" id="{F768448B-F64B-D9FF-43C4-D0EEE47F35D9}"/>
              </a:ext>
            </a:extLst>
          </p:cNvPr>
          <p:cNvSpPr>
            <a:spLocks noGrp="1"/>
          </p:cNvSpPr>
          <p:nvPr>
            <p:ph type="body" sz="quarter" idx="11"/>
          </p:nvPr>
        </p:nvSpPr>
        <p:spPr>
          <a:xfrm>
            <a:off x="443303" y="895352"/>
            <a:ext cx="9598163" cy="577850"/>
          </a:xfrm>
        </p:spPr>
        <p:txBody>
          <a:bodyPr/>
          <a:lstStyle/>
          <a:p>
            <a:r>
              <a:rPr lang="en-US"/>
              <a:t>Behavior Dimensions Should Make Sense</a:t>
            </a:r>
          </a:p>
        </p:txBody>
      </p:sp>
      <p:sp>
        <p:nvSpPr>
          <p:cNvPr id="13" name="Text Placeholder 12">
            <a:extLst>
              <a:ext uri="{FF2B5EF4-FFF2-40B4-BE49-F238E27FC236}">
                <a16:creationId xmlns:a16="http://schemas.microsoft.com/office/drawing/2014/main" id="{B539EA00-2626-C397-29D3-D212EEB0B62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73818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4AB6B4-8142-ABCB-BBE6-930968D8D4AD}"/>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90059B92-EACC-D6B1-445C-30C16B7474EB}"/>
              </a:ext>
            </a:extLst>
          </p:cNvPr>
          <p:cNvSpPr>
            <a:spLocks noGrp="1"/>
          </p:cNvSpPr>
          <p:nvPr>
            <p:ph type="body" sz="quarter" idx="12"/>
          </p:nvPr>
        </p:nvSpPr>
        <p:spPr/>
        <p:txBody>
          <a:bodyPr/>
          <a:lstStyle/>
          <a:p>
            <a:r>
              <a:rPr lang="en-US"/>
              <a:t>Not all the behaviors meet our requirements</a:t>
            </a:r>
          </a:p>
        </p:txBody>
      </p:sp>
      <p:sp>
        <p:nvSpPr>
          <p:cNvPr id="4" name="Text Placeholder 3">
            <a:extLst>
              <a:ext uri="{FF2B5EF4-FFF2-40B4-BE49-F238E27FC236}">
                <a16:creationId xmlns:a16="http://schemas.microsoft.com/office/drawing/2014/main" id="{B7B0A848-5642-A1EA-F334-EA226CC3D5E5}"/>
              </a:ext>
            </a:extLst>
          </p:cNvPr>
          <p:cNvSpPr>
            <a:spLocks noGrp="1"/>
          </p:cNvSpPr>
          <p:nvPr>
            <p:ph type="body" sz="quarter" idx="11"/>
          </p:nvPr>
        </p:nvSpPr>
        <p:spPr>
          <a:xfrm>
            <a:off x="443303" y="895352"/>
            <a:ext cx="11120623" cy="577850"/>
          </a:xfrm>
        </p:spPr>
        <p:txBody>
          <a:bodyPr/>
          <a:lstStyle/>
          <a:p>
            <a:r>
              <a:rPr lang="en-US">
                <a:solidFill>
                  <a:schemeClr val="accent1"/>
                </a:solidFill>
              </a:rPr>
              <a:t>What are the 3 behaviors?</a:t>
            </a:r>
          </a:p>
          <a:p>
            <a:endParaRPr lang="en-US"/>
          </a:p>
        </p:txBody>
      </p:sp>
      <p:sp>
        <p:nvSpPr>
          <p:cNvPr id="5" name="Text Placeholder 4">
            <a:extLst>
              <a:ext uri="{FF2B5EF4-FFF2-40B4-BE49-F238E27FC236}">
                <a16:creationId xmlns:a16="http://schemas.microsoft.com/office/drawing/2014/main" id="{E7D13023-7431-9798-C787-3D351703CB96}"/>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411F0752-C7C0-3553-D41E-1E7057EF54D6}"/>
              </a:ext>
            </a:extLst>
          </p:cNvPr>
          <p:cNvSpPr txBox="1"/>
          <p:nvPr/>
        </p:nvSpPr>
        <p:spPr>
          <a:xfrm>
            <a:off x="3886503" y="2685819"/>
            <a:ext cx="3200400" cy="769441"/>
          </a:xfrm>
          <a:prstGeom prst="rect">
            <a:avLst/>
          </a:prstGeom>
          <a:noFill/>
        </p:spPr>
        <p:txBody>
          <a:bodyPr wrap="square">
            <a:spAutoFit/>
          </a:bodyPr>
          <a:lstStyle/>
          <a:p>
            <a:pPr marL="285750" lvl="0" indent="-285750">
              <a:buFont typeface="Arial" panose="020B0604020202020204" pitchFamily="34" charset="0"/>
              <a:buChar char="•"/>
              <a:defRPr/>
            </a:pPr>
            <a:r>
              <a:rPr lang="en-US" sz="1100">
                <a:solidFill>
                  <a:srgbClr val="32462F"/>
                </a:solidFill>
                <a:latin typeface="SoDo Sans" panose="00000500000000000000" pitchFamily="2" charset="0"/>
                <a:ea typeface="SoDo Sans" panose="00000500000000000000" pitchFamily="2" charset="0"/>
              </a:rPr>
              <a:t>Star usage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Recency &amp; frequency of Star usage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Recency &amp; frequency of discounts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32462F"/>
                </a:solidFill>
                <a:latin typeface="SoDo Sans" panose="00000500000000000000" pitchFamily="2" charset="0"/>
                <a:ea typeface="SoDo Sans" panose="00000500000000000000" pitchFamily="2" charset="0"/>
              </a:rPr>
              <a:t>Game participation</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p:txBody>
      </p:sp>
      <p:sp>
        <p:nvSpPr>
          <p:cNvPr id="7" name="Rounded Rectangle 48">
            <a:extLst>
              <a:ext uri="{FF2B5EF4-FFF2-40B4-BE49-F238E27FC236}">
                <a16:creationId xmlns:a16="http://schemas.microsoft.com/office/drawing/2014/main" id="{09136DC0-A2C6-4D0C-39FD-D734D89BDDEE}"/>
              </a:ext>
            </a:extLst>
          </p:cNvPr>
          <p:cNvSpPr/>
          <p:nvPr/>
        </p:nvSpPr>
        <p:spPr>
          <a:xfrm>
            <a:off x="859678" y="2139952"/>
            <a:ext cx="2467010" cy="292178"/>
          </a:xfrm>
          <a:prstGeom prst="roundRect">
            <a:avLst>
              <a:gd name="adj" fmla="val 50000"/>
            </a:avLst>
          </a:prstGeom>
          <a:solidFill>
            <a:srgbClr val="3246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30773" rtl="0" eaLnBrk="1" fontAlgn="auto" latinLnBrk="0" hangingPunct="1">
              <a:lnSpc>
                <a:spcPct val="100000"/>
              </a:lnSpc>
              <a:spcBef>
                <a:spcPts val="0"/>
              </a:spcBef>
              <a:spcAft>
                <a:spcPts val="0"/>
              </a:spcAft>
              <a:buClrTx/>
              <a:buSzTx/>
              <a:buFontTx/>
              <a:buNone/>
              <a:tabLst/>
              <a:defRPr/>
            </a:pPr>
            <a:r>
              <a:rPr lang="en-US" sz="1400">
                <a:solidFill>
                  <a:srgbClr val="FFFFFF"/>
                </a:solidFill>
                <a:latin typeface="SoDo Sans Light" pitchFamily="2" charset="77"/>
                <a:ea typeface="SoDo Sans Light" pitchFamily="2" charset="77"/>
              </a:rPr>
              <a:t>BEHAVIOR</a:t>
            </a:r>
            <a:endParaRPr kumimoji="0" lang="en-US" sz="1400" b="0"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endParaRPr>
          </a:p>
        </p:txBody>
      </p:sp>
      <p:sp>
        <p:nvSpPr>
          <p:cNvPr id="8" name="Rounded Rectangle 48">
            <a:extLst>
              <a:ext uri="{FF2B5EF4-FFF2-40B4-BE49-F238E27FC236}">
                <a16:creationId xmlns:a16="http://schemas.microsoft.com/office/drawing/2014/main" id="{29B7D9E5-47B9-318C-65AA-61AB5EA42C64}"/>
              </a:ext>
            </a:extLst>
          </p:cNvPr>
          <p:cNvSpPr/>
          <p:nvPr/>
        </p:nvSpPr>
        <p:spPr>
          <a:xfrm>
            <a:off x="4331389" y="2139952"/>
            <a:ext cx="2467010" cy="292178"/>
          </a:xfrm>
          <a:prstGeom prst="roundRect">
            <a:avLst>
              <a:gd name="adj" fmla="val 50000"/>
            </a:avLst>
          </a:prstGeom>
          <a:solidFill>
            <a:srgbClr val="3246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307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EXAMPLES</a:t>
            </a:r>
          </a:p>
        </p:txBody>
      </p:sp>
      <p:sp>
        <p:nvSpPr>
          <p:cNvPr id="9" name="TextBox 8">
            <a:extLst>
              <a:ext uri="{FF2B5EF4-FFF2-40B4-BE49-F238E27FC236}">
                <a16:creationId xmlns:a16="http://schemas.microsoft.com/office/drawing/2014/main" id="{805816BA-7E08-44A5-A6C9-B4A1B91A5AD4}"/>
              </a:ext>
            </a:extLst>
          </p:cNvPr>
          <p:cNvSpPr txBox="1"/>
          <p:nvPr/>
        </p:nvSpPr>
        <p:spPr>
          <a:xfrm>
            <a:off x="3886502" y="3700251"/>
            <a:ext cx="3200400" cy="60016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Product / category depth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32462F"/>
                </a:solidFill>
                <a:latin typeface="SoDo Sans" panose="00000500000000000000" pitchFamily="2" charset="0"/>
                <a:ea typeface="SoDo Sans" panose="00000500000000000000" pitchFamily="2" charset="0"/>
              </a:rPr>
              <a:t>Exclusive products</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Cold/hot decisions</a:t>
            </a:r>
          </a:p>
        </p:txBody>
      </p:sp>
      <p:sp>
        <p:nvSpPr>
          <p:cNvPr id="10" name="TextBox 9">
            <a:extLst>
              <a:ext uri="{FF2B5EF4-FFF2-40B4-BE49-F238E27FC236}">
                <a16:creationId xmlns:a16="http://schemas.microsoft.com/office/drawing/2014/main" id="{3AFF8A59-535D-9B34-4095-14A8861BD7CE}"/>
              </a:ext>
            </a:extLst>
          </p:cNvPr>
          <p:cNvSpPr txBox="1"/>
          <p:nvPr/>
        </p:nvSpPr>
        <p:spPr>
          <a:xfrm>
            <a:off x="3886502" y="4804882"/>
            <a:ext cx="3200400" cy="76944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32462F"/>
                </a:solidFill>
                <a:latin typeface="SoDo Sans" panose="00000500000000000000" pitchFamily="2" charset="0"/>
                <a:ea typeface="SoDo Sans" panose="00000500000000000000" pitchFamily="2" charset="0"/>
              </a:rPr>
              <a:t>RFMC of channel use</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Channel depth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Day part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32462F"/>
                </a:solidFill>
                <a:latin typeface="SoDo Sans" panose="00000500000000000000" pitchFamily="2" charset="0"/>
                <a:ea typeface="SoDo Sans" panose="00000500000000000000" pitchFamily="2" charset="0"/>
              </a:rPr>
              <a:t>Weekend</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p:txBody>
      </p:sp>
      <p:sp>
        <p:nvSpPr>
          <p:cNvPr id="11" name="Text Placeholder 2">
            <a:extLst>
              <a:ext uri="{FF2B5EF4-FFF2-40B4-BE49-F238E27FC236}">
                <a16:creationId xmlns:a16="http://schemas.microsoft.com/office/drawing/2014/main" id="{0E0F07D5-1C36-FD5F-F27C-D41A97DF782D}"/>
              </a:ext>
            </a:extLst>
          </p:cNvPr>
          <p:cNvSpPr txBox="1">
            <a:spLocks/>
          </p:cNvSpPr>
          <p:nvPr/>
        </p:nvSpPr>
        <p:spPr>
          <a:xfrm>
            <a:off x="474119" y="2606445"/>
            <a:ext cx="3187773" cy="799581"/>
          </a:xfrm>
          <a:prstGeom prst="rect">
            <a:avLst/>
          </a:prstGeom>
        </p:spPr>
        <p:txBody>
          <a:bodyPr lIns="0"/>
          <a:lstStyle>
            <a:lvl1pPr marL="0" indent="0" algn="l" defTabSz="609433" rtl="0" eaLnBrk="1" latinLnBrk="0" hangingPunct="1">
              <a:lnSpc>
                <a:spcPct val="90000"/>
              </a:lnSpc>
              <a:spcBef>
                <a:spcPts val="666"/>
              </a:spcBef>
              <a:buFont typeface="Arial" panose="020B0604020202020204" pitchFamily="34" charset="0"/>
              <a:buNone/>
              <a:defRPr sz="1500" kern="1200">
                <a:solidFill>
                  <a:schemeClr val="accent2"/>
                </a:solidFill>
                <a:latin typeface="SoDo Sans" pitchFamily="2" charset="77"/>
                <a:ea typeface="SoDo Sans" pitchFamily="2" charset="77"/>
                <a:cs typeface="+mn-cs"/>
              </a:defRPr>
            </a:lvl1pPr>
            <a:lvl2pPr marL="457075" indent="-152358" algn="l" defTabSz="609433" rtl="0" eaLnBrk="1" latinLnBrk="0" hangingPunct="1">
              <a:lnSpc>
                <a:spcPct val="90000"/>
              </a:lnSpc>
              <a:spcBef>
                <a:spcPts val="333"/>
              </a:spcBef>
              <a:buFont typeface="Arial" panose="020B0604020202020204" pitchFamily="34" charset="0"/>
              <a:buChar char="•"/>
              <a:defRPr sz="1600" kern="1200">
                <a:solidFill>
                  <a:schemeClr val="tx1"/>
                </a:solidFill>
                <a:latin typeface="+mn-lt"/>
                <a:ea typeface="+mn-ea"/>
                <a:cs typeface="+mn-cs"/>
              </a:defRPr>
            </a:lvl2pPr>
            <a:lvl3pPr marL="761791" indent="-152358" algn="l" defTabSz="609433" rtl="0" eaLnBrk="1" latinLnBrk="0" hangingPunct="1">
              <a:lnSpc>
                <a:spcPct val="90000"/>
              </a:lnSpc>
              <a:spcBef>
                <a:spcPts val="333"/>
              </a:spcBef>
              <a:buFont typeface="Arial" panose="020B0604020202020204" pitchFamily="34" charset="0"/>
              <a:buChar char="•"/>
              <a:defRPr sz="1333" kern="1200">
                <a:solidFill>
                  <a:schemeClr val="tx1"/>
                </a:solidFill>
                <a:latin typeface="+mn-lt"/>
                <a:ea typeface="+mn-ea"/>
                <a:cs typeface="+mn-cs"/>
              </a:defRPr>
            </a:lvl3pPr>
            <a:lvl4pPr marL="1066507"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4pPr>
            <a:lvl5pPr marL="1371223"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5pPr>
            <a:lvl6pPr marL="1675939"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0656"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372"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088"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a:lstStyle>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32462F"/>
                </a:solidFill>
                <a:effectLst/>
                <a:uLnTx/>
                <a:uFillTx/>
                <a:latin typeface="SoDo Sans" pitchFamily="2" charset="77"/>
                <a:ea typeface="SoDo Sans" pitchFamily="2" charset="77"/>
                <a:cs typeface="+mn-cs"/>
              </a:rPr>
              <a:t>STAR and DISCOUNT BEHAVIOR</a:t>
            </a: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32462F"/>
                </a:solidFill>
                <a:effectLst/>
                <a:uLnTx/>
                <a:uFillTx/>
                <a:latin typeface="SoDo Sans" pitchFamily="2" charset="77"/>
                <a:ea typeface="SoDo Sans" pitchFamily="2" charset="77"/>
                <a:cs typeface="+mn-cs"/>
              </a:rPr>
              <a:t>How do customers take advantage of SR, games, and other discounts</a:t>
            </a:r>
            <a:r>
              <a:rPr lang="en-US" sz="1100" i="1">
                <a:solidFill>
                  <a:srgbClr val="32462F"/>
                </a:solidFill>
              </a:rPr>
              <a:t>?</a:t>
            </a:r>
            <a:endParaRPr kumimoji="0" lang="en-US" sz="1100" b="0" i="1" u="none" strike="noStrike" kern="1200" cap="none" spc="0" normalizeH="0" baseline="0" noProof="0">
              <a:ln>
                <a:noFill/>
              </a:ln>
              <a:solidFill>
                <a:srgbClr val="32462F"/>
              </a:solidFill>
              <a:effectLst/>
              <a:uLnTx/>
              <a:uFillTx/>
              <a:latin typeface="SoDo Sans" pitchFamily="2" charset="77"/>
              <a:ea typeface="SoDo Sans" pitchFamily="2" charset="77"/>
              <a:cs typeface="+mn-cs"/>
            </a:endParaRPr>
          </a:p>
        </p:txBody>
      </p:sp>
      <p:sp>
        <p:nvSpPr>
          <p:cNvPr id="12" name="Text Placeholder 2">
            <a:extLst>
              <a:ext uri="{FF2B5EF4-FFF2-40B4-BE49-F238E27FC236}">
                <a16:creationId xmlns:a16="http://schemas.microsoft.com/office/drawing/2014/main" id="{3E0D70FB-01EC-4E0B-1F1A-020FE167DB88}"/>
              </a:ext>
            </a:extLst>
          </p:cNvPr>
          <p:cNvSpPr txBox="1">
            <a:spLocks/>
          </p:cNvSpPr>
          <p:nvPr/>
        </p:nvSpPr>
        <p:spPr>
          <a:xfrm>
            <a:off x="474119" y="3624373"/>
            <a:ext cx="3187773" cy="799581"/>
          </a:xfrm>
          <a:prstGeom prst="rect">
            <a:avLst/>
          </a:prstGeom>
        </p:spPr>
        <p:txBody>
          <a:bodyPr lIns="0"/>
          <a:lstStyle>
            <a:lvl1pPr marL="0" indent="0" algn="l" defTabSz="609433" rtl="0" eaLnBrk="1" latinLnBrk="0" hangingPunct="1">
              <a:lnSpc>
                <a:spcPct val="90000"/>
              </a:lnSpc>
              <a:spcBef>
                <a:spcPts val="666"/>
              </a:spcBef>
              <a:buFont typeface="Arial" panose="020B0604020202020204" pitchFamily="34" charset="0"/>
              <a:buNone/>
              <a:defRPr sz="1500" kern="1200">
                <a:solidFill>
                  <a:schemeClr val="accent2"/>
                </a:solidFill>
                <a:latin typeface="SoDo Sans" pitchFamily="2" charset="77"/>
                <a:ea typeface="SoDo Sans" pitchFamily="2" charset="77"/>
                <a:cs typeface="+mn-cs"/>
              </a:defRPr>
            </a:lvl1pPr>
            <a:lvl2pPr marL="457075" indent="-152358" algn="l" defTabSz="609433" rtl="0" eaLnBrk="1" latinLnBrk="0" hangingPunct="1">
              <a:lnSpc>
                <a:spcPct val="90000"/>
              </a:lnSpc>
              <a:spcBef>
                <a:spcPts val="333"/>
              </a:spcBef>
              <a:buFont typeface="Arial" panose="020B0604020202020204" pitchFamily="34" charset="0"/>
              <a:buChar char="•"/>
              <a:defRPr sz="1600" kern="1200">
                <a:solidFill>
                  <a:schemeClr val="tx1"/>
                </a:solidFill>
                <a:latin typeface="+mn-lt"/>
                <a:ea typeface="+mn-ea"/>
                <a:cs typeface="+mn-cs"/>
              </a:defRPr>
            </a:lvl2pPr>
            <a:lvl3pPr marL="761791" indent="-152358" algn="l" defTabSz="609433" rtl="0" eaLnBrk="1" latinLnBrk="0" hangingPunct="1">
              <a:lnSpc>
                <a:spcPct val="90000"/>
              </a:lnSpc>
              <a:spcBef>
                <a:spcPts val="333"/>
              </a:spcBef>
              <a:buFont typeface="Arial" panose="020B0604020202020204" pitchFamily="34" charset="0"/>
              <a:buChar char="•"/>
              <a:defRPr sz="1333" kern="1200">
                <a:solidFill>
                  <a:schemeClr val="tx1"/>
                </a:solidFill>
                <a:latin typeface="+mn-lt"/>
                <a:ea typeface="+mn-ea"/>
                <a:cs typeface="+mn-cs"/>
              </a:defRPr>
            </a:lvl3pPr>
            <a:lvl4pPr marL="1066507"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4pPr>
            <a:lvl5pPr marL="1371223"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5pPr>
            <a:lvl6pPr marL="1675939"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0656"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372"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088"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a:lstStyle>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32462F"/>
                </a:solidFill>
                <a:effectLst/>
                <a:uLnTx/>
                <a:uFillTx/>
                <a:latin typeface="SoDo Sans" pitchFamily="2" charset="77"/>
                <a:ea typeface="SoDo Sans" pitchFamily="2" charset="77"/>
                <a:cs typeface="+mn-cs"/>
              </a:rPr>
              <a:t>PRODUCT PREFERENCES</a:t>
            </a: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32462F"/>
                </a:solidFill>
                <a:effectLst/>
                <a:uLnTx/>
                <a:uFillTx/>
                <a:latin typeface="SoDo Sans" pitchFamily="2" charset="77"/>
                <a:ea typeface="SoDo Sans" pitchFamily="2" charset="77"/>
                <a:cs typeface="+mn-cs"/>
              </a:rPr>
              <a:t>What products do customers prefer</a:t>
            </a:r>
            <a:r>
              <a:rPr lang="en-US" sz="1100" i="1">
                <a:solidFill>
                  <a:srgbClr val="32462F"/>
                </a:solidFill>
              </a:rPr>
              <a:t>?</a:t>
            </a:r>
            <a:endParaRPr kumimoji="0" lang="en-US" sz="1100" b="0" i="1" u="none" strike="noStrike" kern="1200" cap="none" spc="0" normalizeH="0" baseline="0" noProof="0">
              <a:ln>
                <a:noFill/>
              </a:ln>
              <a:solidFill>
                <a:srgbClr val="32462F"/>
              </a:solidFill>
              <a:effectLst/>
              <a:uLnTx/>
              <a:uFillTx/>
              <a:latin typeface="SoDo Sans" pitchFamily="2" charset="77"/>
              <a:ea typeface="SoDo Sans" pitchFamily="2" charset="77"/>
              <a:cs typeface="+mn-cs"/>
            </a:endParaRPr>
          </a:p>
        </p:txBody>
      </p:sp>
      <p:sp>
        <p:nvSpPr>
          <p:cNvPr id="14" name="Text Placeholder 2">
            <a:extLst>
              <a:ext uri="{FF2B5EF4-FFF2-40B4-BE49-F238E27FC236}">
                <a16:creationId xmlns:a16="http://schemas.microsoft.com/office/drawing/2014/main" id="{FE438EE6-617C-31B5-2139-B6B096A473B4}"/>
              </a:ext>
            </a:extLst>
          </p:cNvPr>
          <p:cNvSpPr txBox="1">
            <a:spLocks/>
          </p:cNvSpPr>
          <p:nvPr/>
        </p:nvSpPr>
        <p:spPr>
          <a:xfrm>
            <a:off x="474119" y="4700052"/>
            <a:ext cx="3187773" cy="799581"/>
          </a:xfrm>
          <a:prstGeom prst="rect">
            <a:avLst/>
          </a:prstGeom>
        </p:spPr>
        <p:txBody>
          <a:bodyPr lIns="0"/>
          <a:lstStyle>
            <a:lvl1pPr marL="0" indent="0" algn="l" defTabSz="609433" rtl="0" eaLnBrk="1" latinLnBrk="0" hangingPunct="1">
              <a:lnSpc>
                <a:spcPct val="90000"/>
              </a:lnSpc>
              <a:spcBef>
                <a:spcPts val="666"/>
              </a:spcBef>
              <a:buFont typeface="Arial" panose="020B0604020202020204" pitchFamily="34" charset="0"/>
              <a:buNone/>
              <a:defRPr sz="1500" kern="1200">
                <a:solidFill>
                  <a:schemeClr val="accent2"/>
                </a:solidFill>
                <a:latin typeface="SoDo Sans" pitchFamily="2" charset="77"/>
                <a:ea typeface="SoDo Sans" pitchFamily="2" charset="77"/>
                <a:cs typeface="+mn-cs"/>
              </a:defRPr>
            </a:lvl1pPr>
            <a:lvl2pPr marL="457075" indent="-152358" algn="l" defTabSz="609433" rtl="0" eaLnBrk="1" latinLnBrk="0" hangingPunct="1">
              <a:lnSpc>
                <a:spcPct val="90000"/>
              </a:lnSpc>
              <a:spcBef>
                <a:spcPts val="333"/>
              </a:spcBef>
              <a:buFont typeface="Arial" panose="020B0604020202020204" pitchFamily="34" charset="0"/>
              <a:buChar char="•"/>
              <a:defRPr sz="1600" kern="1200">
                <a:solidFill>
                  <a:schemeClr val="tx1"/>
                </a:solidFill>
                <a:latin typeface="+mn-lt"/>
                <a:ea typeface="+mn-ea"/>
                <a:cs typeface="+mn-cs"/>
              </a:defRPr>
            </a:lvl2pPr>
            <a:lvl3pPr marL="761791" indent="-152358" algn="l" defTabSz="609433" rtl="0" eaLnBrk="1" latinLnBrk="0" hangingPunct="1">
              <a:lnSpc>
                <a:spcPct val="90000"/>
              </a:lnSpc>
              <a:spcBef>
                <a:spcPts val="333"/>
              </a:spcBef>
              <a:buFont typeface="Arial" panose="020B0604020202020204" pitchFamily="34" charset="0"/>
              <a:buChar char="•"/>
              <a:defRPr sz="1333" kern="1200">
                <a:solidFill>
                  <a:schemeClr val="tx1"/>
                </a:solidFill>
                <a:latin typeface="+mn-lt"/>
                <a:ea typeface="+mn-ea"/>
                <a:cs typeface="+mn-cs"/>
              </a:defRPr>
            </a:lvl3pPr>
            <a:lvl4pPr marL="1066507"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4pPr>
            <a:lvl5pPr marL="1371223"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5pPr>
            <a:lvl6pPr marL="1675939"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0656"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372"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088"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a:lstStyle>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32462F"/>
                </a:solidFill>
                <a:effectLst/>
                <a:uLnTx/>
                <a:uFillTx/>
                <a:latin typeface="SoDo Sans" pitchFamily="2" charset="77"/>
                <a:ea typeface="SoDo Sans" pitchFamily="2" charset="77"/>
                <a:cs typeface="+mn-cs"/>
              </a:rPr>
              <a:t>VISIT STYLE</a:t>
            </a: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32462F"/>
                </a:solidFill>
                <a:effectLst/>
                <a:uLnTx/>
                <a:uFillTx/>
                <a:latin typeface="SoDo Sans" pitchFamily="2" charset="77"/>
                <a:ea typeface="SoDo Sans" pitchFamily="2" charset="77"/>
                <a:cs typeface="+mn-cs"/>
              </a:rPr>
              <a:t>How customers interact with us day-to-day.</a:t>
            </a:r>
          </a:p>
        </p:txBody>
      </p:sp>
      <p:sp>
        <p:nvSpPr>
          <p:cNvPr id="19" name="TextBox 18">
            <a:extLst>
              <a:ext uri="{FF2B5EF4-FFF2-40B4-BE49-F238E27FC236}">
                <a16:creationId xmlns:a16="http://schemas.microsoft.com/office/drawing/2014/main" id="{7B58427B-C4FB-012A-28F8-04BD47CC39FA}"/>
              </a:ext>
            </a:extLst>
          </p:cNvPr>
          <p:cNvSpPr txBox="1"/>
          <p:nvPr/>
        </p:nvSpPr>
        <p:spPr>
          <a:xfrm>
            <a:off x="7646717" y="2685819"/>
            <a:ext cx="3200400" cy="430887"/>
          </a:xfrm>
          <a:prstGeom prst="rect">
            <a:avLst/>
          </a:prstGeom>
          <a:noFill/>
        </p:spPr>
        <p:txBody>
          <a:bodyPr wrap="square">
            <a:spAutoFit/>
          </a:bodyPr>
          <a:lstStyle/>
          <a:p>
            <a:pPr marL="285750" lvl="0" indent="-285750">
              <a:buFont typeface="Arial" panose="020B0604020202020204" pitchFamily="34" charset="0"/>
              <a:buChar char="•"/>
              <a:defRPr/>
            </a:pPr>
            <a:r>
              <a:rPr lang="en-US" sz="1100">
                <a:solidFill>
                  <a:srgbClr val="32462F"/>
                </a:solidFill>
                <a:latin typeface="SoDo Sans" panose="00000500000000000000" pitchFamily="2" charset="0"/>
                <a:ea typeface="SoDo Sans" panose="00000500000000000000" pitchFamily="2" charset="0"/>
              </a:rPr>
              <a:t>Encourage STAR use</a:t>
            </a:r>
          </a:p>
          <a:p>
            <a:pPr marL="285750" lvl="0" indent="-285750">
              <a:buFont typeface="Arial" panose="020B0604020202020204" pitchFamily="34" charset="0"/>
              <a:buChar char="•"/>
              <a:defRPr/>
            </a:pPr>
            <a:r>
              <a:rPr lang="en-US" sz="1100">
                <a:solidFill>
                  <a:srgbClr val="32462F"/>
                </a:solidFill>
                <a:latin typeface="SoDo Sans" panose="00000500000000000000" pitchFamily="2" charset="0"/>
                <a:ea typeface="SoDo Sans" panose="00000500000000000000" pitchFamily="2" charset="0"/>
              </a:rPr>
              <a:t>Design Star benefits</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p:txBody>
      </p:sp>
      <p:sp>
        <p:nvSpPr>
          <p:cNvPr id="20" name="Rounded Rectangle 48">
            <a:extLst>
              <a:ext uri="{FF2B5EF4-FFF2-40B4-BE49-F238E27FC236}">
                <a16:creationId xmlns:a16="http://schemas.microsoft.com/office/drawing/2014/main" id="{02027E3F-1E27-BB8E-7D77-F53C9D86E671}"/>
              </a:ext>
            </a:extLst>
          </p:cNvPr>
          <p:cNvSpPr/>
          <p:nvPr/>
        </p:nvSpPr>
        <p:spPr>
          <a:xfrm>
            <a:off x="8091603" y="2139952"/>
            <a:ext cx="2467010" cy="292178"/>
          </a:xfrm>
          <a:prstGeom prst="roundRect">
            <a:avLst>
              <a:gd name="adj" fmla="val 50000"/>
            </a:avLst>
          </a:prstGeom>
          <a:solidFill>
            <a:srgbClr val="3246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307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ACTIONS</a:t>
            </a:r>
          </a:p>
        </p:txBody>
      </p:sp>
      <p:sp>
        <p:nvSpPr>
          <p:cNvPr id="21" name="TextBox 20">
            <a:extLst>
              <a:ext uri="{FF2B5EF4-FFF2-40B4-BE49-F238E27FC236}">
                <a16:creationId xmlns:a16="http://schemas.microsoft.com/office/drawing/2014/main" id="{247F2195-1E59-3248-2D11-0099A29E45EC}"/>
              </a:ext>
            </a:extLst>
          </p:cNvPr>
          <p:cNvSpPr txBox="1"/>
          <p:nvPr/>
        </p:nvSpPr>
        <p:spPr>
          <a:xfrm>
            <a:off x="7646716" y="3700251"/>
            <a:ext cx="3732484" cy="60016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Drive new product adoption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32462F"/>
                </a:solidFill>
                <a:latin typeface="SoDo Sans" panose="00000500000000000000" pitchFamily="2" charset="0"/>
                <a:ea typeface="SoDo Sans" panose="00000500000000000000" pitchFamily="2" charset="0"/>
              </a:rPr>
              <a:t>Product / category level recommendations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32462F"/>
                </a:solidFill>
                <a:latin typeface="SoDo Sans" panose="00000500000000000000" pitchFamily="2" charset="0"/>
                <a:ea typeface="SoDo Sans" panose="00000500000000000000" pitchFamily="2" charset="0"/>
              </a:rPr>
              <a:t>Advertising comms</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p:txBody>
      </p:sp>
      <p:sp>
        <p:nvSpPr>
          <p:cNvPr id="22" name="TextBox 21">
            <a:extLst>
              <a:ext uri="{FF2B5EF4-FFF2-40B4-BE49-F238E27FC236}">
                <a16:creationId xmlns:a16="http://schemas.microsoft.com/office/drawing/2014/main" id="{A493489A-F719-9A5C-D037-0B5591A3A01D}"/>
              </a:ext>
            </a:extLst>
          </p:cNvPr>
          <p:cNvSpPr txBox="1"/>
          <p:nvPr/>
        </p:nvSpPr>
        <p:spPr>
          <a:xfrm>
            <a:off x="7646716" y="4804882"/>
            <a:ext cx="3200400" cy="76944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Encourage diversity of channel use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Retain customers who no longer uses a channel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32462F"/>
                </a:solidFill>
                <a:latin typeface="SoDo Sans" panose="00000500000000000000" pitchFamily="2" charset="0"/>
                <a:ea typeface="SoDo Sans" panose="00000500000000000000" pitchFamily="2" charset="0"/>
              </a:rPr>
              <a:t>Encourage Peak visits</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p:txBody>
      </p:sp>
      <p:sp>
        <p:nvSpPr>
          <p:cNvPr id="23" name="Rounded Rectangle 46">
            <a:extLst>
              <a:ext uri="{FF2B5EF4-FFF2-40B4-BE49-F238E27FC236}">
                <a16:creationId xmlns:a16="http://schemas.microsoft.com/office/drawing/2014/main" id="{017EE1B9-DCE7-0E0A-6071-D4699D97D6C6}"/>
              </a:ext>
            </a:extLst>
          </p:cNvPr>
          <p:cNvSpPr/>
          <p:nvPr/>
        </p:nvSpPr>
        <p:spPr>
          <a:xfrm>
            <a:off x="8599986" y="3228075"/>
            <a:ext cx="992631" cy="178264"/>
          </a:xfrm>
          <a:prstGeom prst="roundRect">
            <a:avLst>
              <a:gd name="adj" fmla="val 50000"/>
            </a:avLst>
          </a:prstGeom>
          <a:solidFill>
            <a:schemeClr val="accent3">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75000"/>
                    <a:lumOff val="25000"/>
                  </a:srgbClr>
                </a:solidFill>
                <a:effectLst/>
                <a:uLnTx/>
                <a:uFillTx/>
                <a:latin typeface="SoDo Sans Light" pitchFamily="2" charset="77"/>
                <a:ea typeface="SoDo Sans Light" pitchFamily="2" charset="77"/>
                <a:cs typeface="+mn-cs"/>
              </a:rPr>
              <a:t>Marketing</a:t>
            </a:r>
          </a:p>
        </p:txBody>
      </p:sp>
      <p:sp>
        <p:nvSpPr>
          <p:cNvPr id="25" name="Rounded Rectangle 46">
            <a:extLst>
              <a:ext uri="{FF2B5EF4-FFF2-40B4-BE49-F238E27FC236}">
                <a16:creationId xmlns:a16="http://schemas.microsoft.com/office/drawing/2014/main" id="{98697163-4A8F-EBD9-DC97-7BC27CB2FEBC}"/>
              </a:ext>
            </a:extLst>
          </p:cNvPr>
          <p:cNvSpPr/>
          <p:nvPr/>
        </p:nvSpPr>
        <p:spPr>
          <a:xfrm>
            <a:off x="9708536" y="3235513"/>
            <a:ext cx="749460" cy="179598"/>
          </a:xfrm>
          <a:prstGeom prst="roundRect">
            <a:avLst>
              <a:gd name="adj" fmla="val 50000"/>
            </a:avLst>
          </a:prstGeom>
          <a:solidFill>
            <a:schemeClr val="accent3">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75000"/>
                    <a:lumOff val="25000"/>
                  </a:srgbClr>
                </a:solidFill>
                <a:effectLst/>
                <a:uLnTx/>
                <a:uFillTx/>
                <a:latin typeface="SoDo Sans Light" pitchFamily="2" charset="77"/>
                <a:ea typeface="SoDo Sans Light" pitchFamily="2" charset="77"/>
                <a:cs typeface="+mn-cs"/>
              </a:rPr>
              <a:t>Loyalty</a:t>
            </a:r>
          </a:p>
        </p:txBody>
      </p:sp>
      <p:sp>
        <p:nvSpPr>
          <p:cNvPr id="26" name="Rounded Rectangle 46">
            <a:extLst>
              <a:ext uri="{FF2B5EF4-FFF2-40B4-BE49-F238E27FC236}">
                <a16:creationId xmlns:a16="http://schemas.microsoft.com/office/drawing/2014/main" id="{838E85B1-86C2-D41E-0F67-F75F6D725C75}"/>
              </a:ext>
            </a:extLst>
          </p:cNvPr>
          <p:cNvSpPr/>
          <p:nvPr/>
        </p:nvSpPr>
        <p:spPr>
          <a:xfrm>
            <a:off x="7646716" y="3235513"/>
            <a:ext cx="882068" cy="179598"/>
          </a:xfrm>
          <a:prstGeom prst="roundRect">
            <a:avLst>
              <a:gd name="adj" fmla="val 50000"/>
            </a:avLst>
          </a:prstGeom>
          <a:solidFill>
            <a:schemeClr val="accent3">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75000"/>
                    <a:lumOff val="25000"/>
                  </a:srgbClr>
                </a:solidFill>
                <a:effectLst/>
                <a:uLnTx/>
                <a:uFillTx/>
                <a:latin typeface="SoDo Sans Light" pitchFamily="2" charset="77"/>
                <a:ea typeface="SoDo Sans Light" pitchFamily="2" charset="77"/>
                <a:cs typeface="+mn-cs"/>
              </a:rPr>
              <a:t>Store Ops</a:t>
            </a:r>
          </a:p>
        </p:txBody>
      </p:sp>
      <p:sp>
        <p:nvSpPr>
          <p:cNvPr id="27" name="Rounded Rectangle 46">
            <a:extLst>
              <a:ext uri="{FF2B5EF4-FFF2-40B4-BE49-F238E27FC236}">
                <a16:creationId xmlns:a16="http://schemas.microsoft.com/office/drawing/2014/main" id="{8D0AC162-B1CD-6EBA-DD46-92CC186DE8D2}"/>
              </a:ext>
            </a:extLst>
          </p:cNvPr>
          <p:cNvSpPr/>
          <p:nvPr/>
        </p:nvSpPr>
        <p:spPr>
          <a:xfrm>
            <a:off x="7646716" y="4300415"/>
            <a:ext cx="992631" cy="178264"/>
          </a:xfrm>
          <a:prstGeom prst="roundRect">
            <a:avLst>
              <a:gd name="adj" fmla="val 50000"/>
            </a:avLst>
          </a:prstGeom>
          <a:solidFill>
            <a:schemeClr val="accent3">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75000"/>
                    <a:lumOff val="25000"/>
                  </a:srgbClr>
                </a:solidFill>
                <a:effectLst/>
                <a:uLnTx/>
                <a:uFillTx/>
                <a:latin typeface="SoDo Sans Light" pitchFamily="2" charset="77"/>
                <a:ea typeface="SoDo Sans Light" pitchFamily="2" charset="77"/>
                <a:cs typeface="+mn-cs"/>
              </a:rPr>
              <a:t>Marketing</a:t>
            </a:r>
          </a:p>
        </p:txBody>
      </p:sp>
      <p:sp>
        <p:nvSpPr>
          <p:cNvPr id="28" name="Rounded Rectangle 46">
            <a:extLst>
              <a:ext uri="{FF2B5EF4-FFF2-40B4-BE49-F238E27FC236}">
                <a16:creationId xmlns:a16="http://schemas.microsoft.com/office/drawing/2014/main" id="{1DEC595E-4D9B-E158-5CE1-6BA0CD2B8939}"/>
              </a:ext>
            </a:extLst>
          </p:cNvPr>
          <p:cNvSpPr/>
          <p:nvPr/>
        </p:nvSpPr>
        <p:spPr>
          <a:xfrm>
            <a:off x="8742508" y="4300728"/>
            <a:ext cx="784929" cy="177951"/>
          </a:xfrm>
          <a:prstGeom prst="roundRect">
            <a:avLst>
              <a:gd name="adj" fmla="val 50000"/>
            </a:avLst>
          </a:prstGeom>
          <a:solidFill>
            <a:schemeClr val="accent3">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75000"/>
                    <a:lumOff val="25000"/>
                  </a:srgbClr>
                </a:solidFill>
                <a:effectLst/>
                <a:uLnTx/>
                <a:uFillTx/>
                <a:latin typeface="SoDo Sans Light" pitchFamily="2" charset="77"/>
                <a:ea typeface="SoDo Sans Light" pitchFamily="2" charset="77"/>
                <a:cs typeface="+mn-cs"/>
              </a:rPr>
              <a:t>Product</a:t>
            </a:r>
          </a:p>
        </p:txBody>
      </p:sp>
      <p:sp>
        <p:nvSpPr>
          <p:cNvPr id="29" name="Rounded Rectangle 46">
            <a:extLst>
              <a:ext uri="{FF2B5EF4-FFF2-40B4-BE49-F238E27FC236}">
                <a16:creationId xmlns:a16="http://schemas.microsoft.com/office/drawing/2014/main" id="{44D10DD9-0737-010B-EE45-1AFE160C826A}"/>
              </a:ext>
            </a:extLst>
          </p:cNvPr>
          <p:cNvSpPr/>
          <p:nvPr/>
        </p:nvSpPr>
        <p:spPr>
          <a:xfrm>
            <a:off x="7646716" y="5585387"/>
            <a:ext cx="992631" cy="178264"/>
          </a:xfrm>
          <a:prstGeom prst="roundRect">
            <a:avLst>
              <a:gd name="adj" fmla="val 50000"/>
            </a:avLst>
          </a:prstGeom>
          <a:solidFill>
            <a:schemeClr val="accent3">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75000"/>
                    <a:lumOff val="25000"/>
                  </a:srgbClr>
                </a:solidFill>
                <a:effectLst/>
                <a:uLnTx/>
                <a:uFillTx/>
                <a:latin typeface="SoDo Sans Light" pitchFamily="2" charset="77"/>
                <a:ea typeface="SoDo Sans Light" pitchFamily="2" charset="77"/>
                <a:cs typeface="+mn-cs"/>
              </a:rPr>
              <a:t>Marketing</a:t>
            </a:r>
          </a:p>
        </p:txBody>
      </p:sp>
      <p:sp>
        <p:nvSpPr>
          <p:cNvPr id="30" name="Rounded Rectangle 46">
            <a:extLst>
              <a:ext uri="{FF2B5EF4-FFF2-40B4-BE49-F238E27FC236}">
                <a16:creationId xmlns:a16="http://schemas.microsoft.com/office/drawing/2014/main" id="{79E19C19-42FD-A92B-9858-ECC25DBE5D90}"/>
              </a:ext>
            </a:extLst>
          </p:cNvPr>
          <p:cNvSpPr/>
          <p:nvPr/>
        </p:nvSpPr>
        <p:spPr>
          <a:xfrm>
            <a:off x="8742508" y="5585700"/>
            <a:ext cx="784929" cy="177951"/>
          </a:xfrm>
          <a:prstGeom prst="roundRect">
            <a:avLst>
              <a:gd name="adj" fmla="val 50000"/>
            </a:avLst>
          </a:prstGeom>
          <a:solidFill>
            <a:schemeClr val="accent3">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75000"/>
                    <a:lumOff val="25000"/>
                  </a:srgbClr>
                </a:solidFill>
                <a:effectLst/>
                <a:uLnTx/>
                <a:uFillTx/>
                <a:latin typeface="SoDo Sans Light" pitchFamily="2" charset="77"/>
                <a:ea typeface="SoDo Sans Light" pitchFamily="2" charset="77"/>
                <a:cs typeface="+mn-cs"/>
              </a:rPr>
              <a:t>Product</a:t>
            </a:r>
          </a:p>
        </p:txBody>
      </p:sp>
      <p:sp>
        <p:nvSpPr>
          <p:cNvPr id="31" name="Rounded Rectangle 46">
            <a:extLst>
              <a:ext uri="{FF2B5EF4-FFF2-40B4-BE49-F238E27FC236}">
                <a16:creationId xmlns:a16="http://schemas.microsoft.com/office/drawing/2014/main" id="{C143597A-5227-22E3-B6C0-374FDA8D7ECF}"/>
              </a:ext>
            </a:extLst>
          </p:cNvPr>
          <p:cNvSpPr/>
          <p:nvPr/>
        </p:nvSpPr>
        <p:spPr>
          <a:xfrm>
            <a:off x="9630598" y="5584053"/>
            <a:ext cx="882068" cy="179598"/>
          </a:xfrm>
          <a:prstGeom prst="roundRect">
            <a:avLst>
              <a:gd name="adj" fmla="val 50000"/>
            </a:avLst>
          </a:prstGeom>
          <a:solidFill>
            <a:schemeClr val="accent3">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75000"/>
                    <a:lumOff val="25000"/>
                  </a:srgbClr>
                </a:solidFill>
                <a:effectLst/>
                <a:uLnTx/>
                <a:uFillTx/>
                <a:latin typeface="SoDo Sans Light" pitchFamily="2" charset="77"/>
                <a:ea typeface="SoDo Sans Light" pitchFamily="2" charset="77"/>
                <a:cs typeface="+mn-cs"/>
              </a:rPr>
              <a:t>Store Ops</a:t>
            </a:r>
          </a:p>
        </p:txBody>
      </p:sp>
      <p:cxnSp>
        <p:nvCxnSpPr>
          <p:cNvPr id="32" name="Straight Connector 31">
            <a:extLst>
              <a:ext uri="{FF2B5EF4-FFF2-40B4-BE49-F238E27FC236}">
                <a16:creationId xmlns:a16="http://schemas.microsoft.com/office/drawing/2014/main" id="{F4D7FD55-98D0-397E-22C6-7AF788E3BF7E}"/>
              </a:ext>
            </a:extLst>
          </p:cNvPr>
          <p:cNvCxnSpPr>
            <a:cxnSpLocks/>
          </p:cNvCxnSpPr>
          <p:nvPr/>
        </p:nvCxnSpPr>
        <p:spPr>
          <a:xfrm>
            <a:off x="468707" y="3505300"/>
            <a:ext cx="10629221" cy="16687"/>
          </a:xfrm>
          <a:prstGeom prst="line">
            <a:avLst/>
          </a:prstGeom>
          <a:ln w="12700">
            <a:solidFill>
              <a:schemeClr val="accent2">
                <a:lumMod val="60000"/>
                <a:lumOff val="4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1B11025D-AE88-50AA-20FC-853739D0044D}"/>
              </a:ext>
            </a:extLst>
          </p:cNvPr>
          <p:cNvCxnSpPr>
            <a:cxnSpLocks/>
          </p:cNvCxnSpPr>
          <p:nvPr/>
        </p:nvCxnSpPr>
        <p:spPr>
          <a:xfrm>
            <a:off x="468707" y="4565406"/>
            <a:ext cx="10735099" cy="76896"/>
          </a:xfrm>
          <a:prstGeom prst="line">
            <a:avLst/>
          </a:prstGeom>
          <a:ln w="12700">
            <a:solidFill>
              <a:schemeClr val="accent2">
                <a:lumMod val="60000"/>
                <a:lumOff val="4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833A18E8-5986-25FD-E5CB-AB34F072E526}"/>
              </a:ext>
            </a:extLst>
          </p:cNvPr>
          <p:cNvSpPr txBox="1"/>
          <p:nvPr/>
        </p:nvSpPr>
        <p:spPr>
          <a:xfrm>
            <a:off x="406400" y="5848071"/>
            <a:ext cx="10972800" cy="406400"/>
          </a:xfrm>
          <a:prstGeom prst="rect">
            <a:avLst/>
          </a:prstGeom>
          <a:noFill/>
        </p:spPr>
        <p:txBody>
          <a:bodyPr vertOverflow="overflow" vert="horz" wrap="square" rtlCol="0" anchor="t">
            <a:noAutofit/>
          </a:bodyPr>
          <a:lstStyle/>
          <a:p>
            <a:r>
              <a:rPr lang="en-US" sz="1200" i="1">
                <a:solidFill>
                  <a:schemeClr val="accent4">
                    <a:lumMod val="25000"/>
                  </a:schemeClr>
                </a:solidFill>
                <a:latin typeface="SoDo Sans" panose="00000500000000000000"/>
              </a:rPr>
              <a:t>I want to decide today, so that we are unblocked. However, we are creating a “methodology” that can be repeated for any three behavior types. So, we are not locked in.</a:t>
            </a:r>
          </a:p>
        </p:txBody>
      </p:sp>
    </p:spTree>
    <p:extLst>
      <p:ext uri="{BB962C8B-B14F-4D97-AF65-F5344CB8AC3E}">
        <p14:creationId xmlns:p14="http://schemas.microsoft.com/office/powerpoint/2010/main" val="3240189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525B6-B278-B029-72E9-F585D8D1FB1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A5353EE-4823-3FD2-826B-FB8F92EB0DC7}"/>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CA942074-3835-F794-DBED-54A04CE75558}"/>
              </a:ext>
            </a:extLst>
          </p:cNvPr>
          <p:cNvSpPr>
            <a:spLocks noGrp="1"/>
          </p:cNvSpPr>
          <p:nvPr>
            <p:ph type="body" sz="quarter" idx="11"/>
          </p:nvPr>
        </p:nvSpPr>
        <p:spPr>
          <a:xfrm>
            <a:off x="443304" y="895352"/>
            <a:ext cx="10710602" cy="577850"/>
          </a:xfrm>
        </p:spPr>
        <p:txBody>
          <a:bodyPr/>
          <a:lstStyle/>
          <a:p>
            <a:r>
              <a:rPr lang="en-US"/>
              <a:t>How Many States</a:t>
            </a:r>
          </a:p>
        </p:txBody>
      </p:sp>
      <p:sp>
        <p:nvSpPr>
          <p:cNvPr id="5" name="Text Placeholder 4">
            <a:extLst>
              <a:ext uri="{FF2B5EF4-FFF2-40B4-BE49-F238E27FC236}">
                <a16:creationId xmlns:a16="http://schemas.microsoft.com/office/drawing/2014/main" id="{0661654C-07A9-BDD9-CDDE-F2ABF144ED84}"/>
              </a:ext>
            </a:extLst>
          </p:cNvPr>
          <p:cNvSpPr>
            <a:spLocks noGrp="1"/>
          </p:cNvSpPr>
          <p:nvPr>
            <p:ph type="body" sz="quarter" idx="10"/>
          </p:nvPr>
        </p:nvSpPr>
        <p:spPr/>
        <p:txBody>
          <a:bodyPr/>
          <a:lstStyle/>
          <a:p>
            <a:r>
              <a:rPr lang="en-US"/>
              <a:t>Customer States | May 2026</a:t>
            </a:r>
          </a:p>
          <a:p>
            <a:endParaRPr lang="en-US"/>
          </a:p>
        </p:txBody>
      </p:sp>
      <p:sp>
        <p:nvSpPr>
          <p:cNvPr id="3" name="Text Placeholder 2">
            <a:extLst>
              <a:ext uri="{FF2B5EF4-FFF2-40B4-BE49-F238E27FC236}">
                <a16:creationId xmlns:a16="http://schemas.microsoft.com/office/drawing/2014/main" id="{36E9F4A3-1256-4FFD-71D4-06D0FA9CB97C}"/>
              </a:ext>
            </a:extLst>
          </p:cNvPr>
          <p:cNvSpPr>
            <a:spLocks noGrp="1"/>
          </p:cNvSpPr>
          <p:nvPr>
            <p:ph type="body" sz="quarter" idx="12"/>
          </p:nvPr>
        </p:nvSpPr>
        <p:spPr>
          <a:xfrm>
            <a:off x="443302" y="1562102"/>
            <a:ext cx="9885441" cy="577850"/>
          </a:xfrm>
        </p:spPr>
        <p:txBody>
          <a:bodyPr/>
          <a:lstStyle/>
          <a:p>
            <a:r>
              <a:rPr lang="en-US" b="1"/>
              <a:t>Twenty or so detailed States that roll up to 5-6 interpretable States</a:t>
            </a:r>
            <a:endParaRPr lang="en-US"/>
          </a:p>
        </p:txBody>
      </p:sp>
      <p:graphicFrame>
        <p:nvGraphicFramePr>
          <p:cNvPr id="47" name="Table 46">
            <a:extLst>
              <a:ext uri="{FF2B5EF4-FFF2-40B4-BE49-F238E27FC236}">
                <a16:creationId xmlns:a16="http://schemas.microsoft.com/office/drawing/2014/main" id="{06473638-347A-B197-5552-E435E5B8DE46}"/>
              </a:ext>
            </a:extLst>
          </p:cNvPr>
          <p:cNvGraphicFramePr>
            <a:graphicFrameLocks noGrp="1"/>
          </p:cNvGraphicFramePr>
          <p:nvPr>
            <p:extLst>
              <p:ext uri="{D42A27DB-BD31-4B8C-83A1-F6EECF244321}">
                <p14:modId xmlns:p14="http://schemas.microsoft.com/office/powerpoint/2010/main" val="2558077277"/>
              </p:ext>
            </p:extLst>
          </p:nvPr>
        </p:nvGraphicFramePr>
        <p:xfrm>
          <a:off x="814188" y="2634994"/>
          <a:ext cx="10948635" cy="3200400"/>
        </p:xfrm>
        <a:graphic>
          <a:graphicData uri="http://schemas.openxmlformats.org/drawingml/2006/table">
            <a:tbl>
              <a:tblPr firstRow="1" bandRow="1">
                <a:tableStyleId>{5C22544A-7EE6-4342-B048-85BDC9FD1C3A}</a:tableStyleId>
              </a:tblPr>
              <a:tblGrid>
                <a:gridCol w="2068191">
                  <a:extLst>
                    <a:ext uri="{9D8B030D-6E8A-4147-A177-3AD203B41FA5}">
                      <a16:colId xmlns:a16="http://schemas.microsoft.com/office/drawing/2014/main" val="2247859208"/>
                    </a:ext>
                  </a:extLst>
                </a:gridCol>
                <a:gridCol w="1143000">
                  <a:extLst>
                    <a:ext uri="{9D8B030D-6E8A-4147-A177-3AD203B41FA5}">
                      <a16:colId xmlns:a16="http://schemas.microsoft.com/office/drawing/2014/main" val="1217292320"/>
                    </a:ext>
                  </a:extLst>
                </a:gridCol>
                <a:gridCol w="1143000">
                  <a:extLst>
                    <a:ext uri="{9D8B030D-6E8A-4147-A177-3AD203B41FA5}">
                      <a16:colId xmlns:a16="http://schemas.microsoft.com/office/drawing/2014/main" val="3995101131"/>
                    </a:ext>
                  </a:extLst>
                </a:gridCol>
                <a:gridCol w="1143000">
                  <a:extLst>
                    <a:ext uri="{9D8B030D-6E8A-4147-A177-3AD203B41FA5}">
                      <a16:colId xmlns:a16="http://schemas.microsoft.com/office/drawing/2014/main" val="3618411873"/>
                    </a:ext>
                  </a:extLst>
                </a:gridCol>
                <a:gridCol w="1143000">
                  <a:extLst>
                    <a:ext uri="{9D8B030D-6E8A-4147-A177-3AD203B41FA5}">
                      <a16:colId xmlns:a16="http://schemas.microsoft.com/office/drawing/2014/main" val="2356539558"/>
                    </a:ext>
                  </a:extLst>
                </a:gridCol>
                <a:gridCol w="1143000">
                  <a:extLst>
                    <a:ext uri="{9D8B030D-6E8A-4147-A177-3AD203B41FA5}">
                      <a16:colId xmlns:a16="http://schemas.microsoft.com/office/drawing/2014/main" val="1392165852"/>
                    </a:ext>
                  </a:extLst>
                </a:gridCol>
                <a:gridCol w="3165444">
                  <a:extLst>
                    <a:ext uri="{9D8B030D-6E8A-4147-A177-3AD203B41FA5}">
                      <a16:colId xmlns:a16="http://schemas.microsoft.com/office/drawing/2014/main" val="980674599"/>
                    </a:ext>
                  </a:extLst>
                </a:gridCol>
              </a:tblGrid>
              <a:tr h="251297">
                <a:tc>
                  <a:txBody>
                    <a:bodyPr/>
                    <a:lstStyle/>
                    <a:p>
                      <a:r>
                        <a:rPr lang="en-US" sz="1200">
                          <a:latin typeface="SoDo Sans" panose="00000500000000000000"/>
                        </a:rPr>
                        <a:t>State</a:t>
                      </a:r>
                    </a:p>
                  </a:txBody>
                  <a:tcPr/>
                </a:tc>
                <a:tc>
                  <a:txBody>
                    <a:bodyPr/>
                    <a:lstStyle/>
                    <a:p>
                      <a:pPr algn="ctr"/>
                      <a:r>
                        <a:rPr lang="en-US" sz="1200">
                          <a:latin typeface="SoDo Sans" panose="00000500000000000000"/>
                        </a:rPr>
                        <a:t>Monetary</a:t>
                      </a:r>
                    </a:p>
                  </a:txBody>
                  <a:tcPr/>
                </a:tc>
                <a:tc>
                  <a:txBody>
                    <a:bodyPr/>
                    <a:lstStyle/>
                    <a:p>
                      <a:pPr algn="ctr"/>
                      <a:r>
                        <a:rPr lang="en-US" sz="1200">
                          <a:latin typeface="SoDo Sans" panose="00000500000000000000"/>
                        </a:rPr>
                        <a:t>Recency</a:t>
                      </a:r>
                    </a:p>
                  </a:txBody>
                  <a:tcPr/>
                </a:tc>
                <a:tc>
                  <a:txBody>
                    <a:bodyPr/>
                    <a:lstStyle/>
                    <a:p>
                      <a:pPr algn="ctr"/>
                      <a:r>
                        <a:rPr lang="en-US" sz="1200">
                          <a:latin typeface="SoDo Sans" panose="00000500000000000000"/>
                        </a:rPr>
                        <a:t>SR and Discount</a:t>
                      </a:r>
                    </a:p>
                  </a:txBody>
                  <a:tcPr/>
                </a:tc>
                <a:tc>
                  <a:txBody>
                    <a:bodyPr/>
                    <a:lstStyle/>
                    <a:p>
                      <a:pPr algn="ctr"/>
                      <a:r>
                        <a:rPr lang="en-US" sz="1200">
                          <a:latin typeface="SoDo Sans" panose="00000500000000000000"/>
                        </a:rPr>
                        <a:t>Product Depth</a:t>
                      </a:r>
                    </a:p>
                  </a:txBody>
                  <a:tcPr/>
                </a:tc>
                <a:tc>
                  <a:txBody>
                    <a:bodyPr/>
                    <a:lstStyle/>
                    <a:p>
                      <a:pPr algn="ctr"/>
                      <a:r>
                        <a:rPr lang="en-US" sz="1200">
                          <a:latin typeface="SoDo Sans" panose="00000500000000000000"/>
                        </a:rPr>
                        <a:t>Channel</a:t>
                      </a:r>
                    </a:p>
                  </a:txBody>
                  <a:tcPr/>
                </a:tc>
                <a:tc>
                  <a:txBody>
                    <a:bodyPr/>
                    <a:lstStyle/>
                    <a:p>
                      <a:r>
                        <a:rPr lang="en-US" sz="1200">
                          <a:latin typeface="SoDo Sans" panose="00000500000000000000"/>
                        </a:rPr>
                        <a:t>Shopper Description</a:t>
                      </a:r>
                    </a:p>
                  </a:txBody>
                  <a:tcPr/>
                </a:tc>
                <a:extLst>
                  <a:ext uri="{0D108BD9-81ED-4DB2-BD59-A6C34878D82A}">
                    <a16:rowId xmlns:a16="http://schemas.microsoft.com/office/drawing/2014/main" val="3554061702"/>
                  </a:ext>
                </a:extLst>
              </a:tr>
              <a:tr h="418829">
                <a:tc>
                  <a:txBody>
                    <a:bodyPr/>
                    <a:lstStyle/>
                    <a:p>
                      <a:r>
                        <a:rPr lang="en-US" sz="1200">
                          <a:latin typeface="SoDo Sans" panose="00000500000000000000"/>
                        </a:rPr>
                        <a:t>Most Valuable</a:t>
                      </a:r>
                    </a:p>
                  </a:txBody>
                  <a:tcPr anchor="ctr"/>
                </a:tc>
                <a:tc>
                  <a:txBody>
                    <a:bodyPr/>
                    <a:lstStyle/>
                    <a:p>
                      <a:pPr algn="ctr"/>
                      <a:r>
                        <a:rPr lang="en-US" sz="1200">
                          <a:latin typeface="SoDo Sans" panose="00000500000000000000"/>
                        </a:rPr>
                        <a:t>Highest</a:t>
                      </a:r>
                    </a:p>
                  </a:txBody>
                  <a:tcPr anchor="ctr">
                    <a:solidFill>
                      <a:schemeClr val="accent1">
                        <a:lumMod val="75000"/>
                        <a:lumOff val="25000"/>
                      </a:schemeClr>
                    </a:solidFill>
                  </a:tcPr>
                </a:tc>
                <a:tc>
                  <a:txBody>
                    <a:bodyPr/>
                    <a:lstStyle/>
                    <a:p>
                      <a:pPr algn="ctr"/>
                      <a:r>
                        <a:rPr lang="en-US" sz="1200">
                          <a:latin typeface="SoDo Sans" panose="00000500000000000000"/>
                        </a:rPr>
                        <a:t>Highest</a:t>
                      </a:r>
                    </a:p>
                  </a:txBody>
                  <a:tcPr anchor="ctr">
                    <a:solidFill>
                      <a:schemeClr val="accent1">
                        <a:lumMod val="75000"/>
                        <a:lumOff val="25000"/>
                      </a:schemeClr>
                    </a:solidFill>
                  </a:tcPr>
                </a:tc>
                <a:tc>
                  <a:txBody>
                    <a:bodyPr/>
                    <a:lstStyle/>
                    <a:p>
                      <a:pPr algn="ctr"/>
                      <a:r>
                        <a:rPr lang="en-US" sz="1200">
                          <a:latin typeface="SoDo Sans" panose="00000500000000000000"/>
                        </a:rPr>
                        <a:t>Highest</a:t>
                      </a:r>
                    </a:p>
                  </a:txBody>
                  <a:tcPr anchor="ctr">
                    <a:solidFill>
                      <a:schemeClr val="accent1">
                        <a:lumMod val="75000"/>
                        <a:lumOff val="25000"/>
                      </a:schemeClr>
                    </a:solidFill>
                  </a:tcPr>
                </a:tc>
                <a:tc>
                  <a:txBody>
                    <a:bodyPr/>
                    <a:lstStyle/>
                    <a:p>
                      <a:pPr algn="ctr"/>
                      <a:r>
                        <a:rPr lang="en-US" sz="1200">
                          <a:latin typeface="SoDo Sans" panose="00000500000000000000"/>
                        </a:rPr>
                        <a:t>Highest</a:t>
                      </a:r>
                    </a:p>
                  </a:txBody>
                  <a:tcPr anchor="ctr">
                    <a:solidFill>
                      <a:schemeClr val="accent1">
                        <a:lumMod val="75000"/>
                        <a:lumOff val="25000"/>
                      </a:schemeClr>
                    </a:solidFill>
                  </a:tcPr>
                </a:tc>
                <a:tc>
                  <a:txBody>
                    <a:bodyPr/>
                    <a:lstStyle/>
                    <a:p>
                      <a:pPr algn="ctr"/>
                      <a:r>
                        <a:rPr lang="en-US" sz="1200">
                          <a:latin typeface="SoDo Sans" panose="00000500000000000000"/>
                        </a:rPr>
                        <a:t>Highest</a:t>
                      </a:r>
                    </a:p>
                  </a:txBody>
                  <a:tcPr anchor="ctr">
                    <a:solidFill>
                      <a:schemeClr val="accent1">
                        <a:lumMod val="75000"/>
                        <a:lumOff val="25000"/>
                      </a:schemeClr>
                    </a:solidFill>
                  </a:tcPr>
                </a:tc>
                <a:tc>
                  <a:txBody>
                    <a:bodyPr/>
                    <a:lstStyle/>
                    <a:p>
                      <a:r>
                        <a:rPr lang="en-US" sz="1200">
                          <a:latin typeface="SoDo Sans" panose="00000500000000000000"/>
                        </a:rPr>
                        <a:t>Highest spend frequency and deepest engagement across channels</a:t>
                      </a:r>
                    </a:p>
                  </a:txBody>
                  <a:tcPr anchor="ctr"/>
                </a:tc>
                <a:extLst>
                  <a:ext uri="{0D108BD9-81ED-4DB2-BD59-A6C34878D82A}">
                    <a16:rowId xmlns:a16="http://schemas.microsoft.com/office/drawing/2014/main" val="2254065623"/>
                  </a:ext>
                </a:extLst>
              </a:tr>
              <a:tr h="418829">
                <a:tc>
                  <a:txBody>
                    <a:bodyPr/>
                    <a:lstStyle/>
                    <a:p>
                      <a:r>
                        <a:rPr lang="en-US" sz="1200">
                          <a:latin typeface="SoDo Sans" panose="00000500000000000000"/>
                        </a:rPr>
                        <a:t>Stable</a:t>
                      </a:r>
                    </a:p>
                  </a:txBody>
                  <a:tcPr anchor="ctr"/>
                </a:tc>
                <a:tc>
                  <a:txBody>
                    <a:bodyPr/>
                    <a:lstStyle/>
                    <a:p>
                      <a:pPr algn="ctr"/>
                      <a:r>
                        <a:rPr lang="en-US" sz="1200">
                          <a:latin typeface="SoDo Sans" panose="00000500000000000000"/>
                        </a:rPr>
                        <a:t>High</a:t>
                      </a:r>
                    </a:p>
                  </a:txBody>
                  <a:tcPr anchor="ctr">
                    <a:solidFill>
                      <a:schemeClr val="accent1">
                        <a:lumMod val="50000"/>
                        <a:lumOff val="50000"/>
                      </a:schemeClr>
                    </a:solidFill>
                  </a:tcPr>
                </a:tc>
                <a:tc>
                  <a:txBody>
                    <a:bodyPr/>
                    <a:lstStyle/>
                    <a:p>
                      <a:pPr algn="ctr"/>
                      <a:r>
                        <a:rPr lang="en-US" sz="1200">
                          <a:latin typeface="SoDo Sans" panose="00000500000000000000"/>
                        </a:rPr>
                        <a:t>High</a:t>
                      </a:r>
                    </a:p>
                  </a:txBody>
                  <a:tcPr anchor="ctr">
                    <a:solidFill>
                      <a:schemeClr val="accent1">
                        <a:lumMod val="50000"/>
                        <a:lumOff val="50000"/>
                      </a:schemeClr>
                    </a:solidFill>
                  </a:tcPr>
                </a:tc>
                <a:tc>
                  <a:txBody>
                    <a:bodyPr/>
                    <a:lstStyle/>
                    <a:p>
                      <a:pPr algn="ctr"/>
                      <a:r>
                        <a:rPr lang="en-US" sz="1200">
                          <a:latin typeface="SoDo Sans" panose="00000500000000000000"/>
                        </a:rPr>
                        <a:t>High</a:t>
                      </a:r>
                    </a:p>
                  </a:txBody>
                  <a:tcPr anchor="ctr">
                    <a:solidFill>
                      <a:schemeClr val="accent1">
                        <a:lumMod val="50000"/>
                        <a:lumOff val="50000"/>
                      </a:schemeClr>
                    </a:solidFill>
                  </a:tcPr>
                </a:tc>
                <a:tc>
                  <a:txBody>
                    <a:bodyPr/>
                    <a:lstStyle/>
                    <a:p>
                      <a:pPr algn="ctr"/>
                      <a:r>
                        <a:rPr lang="en-US" sz="1200">
                          <a:latin typeface="SoDo Sans" panose="00000500000000000000"/>
                        </a:rPr>
                        <a:t>High</a:t>
                      </a:r>
                    </a:p>
                  </a:txBody>
                  <a:tcPr anchor="ctr">
                    <a:solidFill>
                      <a:schemeClr val="accent1">
                        <a:lumMod val="50000"/>
                        <a:lumOff val="50000"/>
                      </a:schemeClr>
                    </a:solidFill>
                  </a:tcPr>
                </a:tc>
                <a:tc>
                  <a:txBody>
                    <a:bodyPr/>
                    <a:lstStyle/>
                    <a:p>
                      <a:pPr algn="ctr"/>
                      <a:r>
                        <a:rPr lang="en-US" sz="1200">
                          <a:latin typeface="SoDo Sans" panose="00000500000000000000"/>
                        </a:rPr>
                        <a:t>High</a:t>
                      </a:r>
                    </a:p>
                  </a:txBody>
                  <a:tcPr anchor="ctr">
                    <a:solidFill>
                      <a:schemeClr val="accent1">
                        <a:lumMod val="50000"/>
                        <a:lumOff val="50000"/>
                      </a:schemeClr>
                    </a:solidFill>
                  </a:tcPr>
                </a:tc>
                <a:tc>
                  <a:txBody>
                    <a:bodyPr/>
                    <a:lstStyle/>
                    <a:p>
                      <a:r>
                        <a:rPr lang="en-US" sz="1200">
                          <a:latin typeface="SoDo Sans" panose="00000500000000000000"/>
                        </a:rPr>
                        <a:t>Consistent purchasers with strong product category engagement</a:t>
                      </a:r>
                    </a:p>
                  </a:txBody>
                  <a:tcPr anchor="ctr"/>
                </a:tc>
                <a:extLst>
                  <a:ext uri="{0D108BD9-81ED-4DB2-BD59-A6C34878D82A}">
                    <a16:rowId xmlns:a16="http://schemas.microsoft.com/office/drawing/2014/main" val="746633209"/>
                  </a:ext>
                </a:extLst>
              </a:tr>
              <a:tr h="418829">
                <a:tc>
                  <a:txBody>
                    <a:bodyPr/>
                    <a:lstStyle/>
                    <a:p>
                      <a:r>
                        <a:rPr lang="en-US" sz="1200">
                          <a:latin typeface="SoDo Sans" panose="00000500000000000000"/>
                        </a:rPr>
                        <a:t>New &amp; Reactivated</a:t>
                      </a:r>
                    </a:p>
                  </a:txBody>
                  <a:tcPr anchor="ctr"/>
                </a:tc>
                <a:tc>
                  <a:txBody>
                    <a:bodyPr/>
                    <a:lstStyle/>
                    <a:p>
                      <a:pPr algn="ctr"/>
                      <a:r>
                        <a:rPr lang="en-US" sz="1200">
                          <a:latin typeface="SoDo Sans" panose="00000500000000000000"/>
                        </a:rPr>
                        <a:t>Low</a:t>
                      </a:r>
                    </a:p>
                  </a:txBody>
                  <a:tcPr anchor="ctr"/>
                </a:tc>
                <a:tc>
                  <a:txBody>
                    <a:bodyPr/>
                    <a:lstStyle/>
                    <a:p>
                      <a:pPr algn="ctr"/>
                      <a:r>
                        <a:rPr lang="en-US" sz="1200">
                          <a:latin typeface="SoDo Sans" panose="00000500000000000000"/>
                        </a:rPr>
                        <a:t>High</a:t>
                      </a:r>
                    </a:p>
                  </a:txBody>
                  <a:tcPr anchor="ctr">
                    <a:solidFill>
                      <a:schemeClr val="accent1">
                        <a:lumMod val="50000"/>
                        <a:lumOff val="50000"/>
                      </a:schemeClr>
                    </a:solidFill>
                  </a:tcPr>
                </a:tc>
                <a:tc>
                  <a:txBody>
                    <a:bodyPr/>
                    <a:lstStyle/>
                    <a:p>
                      <a:pPr algn="ctr"/>
                      <a:r>
                        <a:rPr lang="en-US" sz="1200">
                          <a:latin typeface="SoDo Sans" panose="00000500000000000000"/>
                        </a:rPr>
                        <a:t>Medium</a:t>
                      </a:r>
                    </a:p>
                  </a:txBody>
                  <a:tcPr anchor="ctr">
                    <a:solidFill>
                      <a:schemeClr val="accent1">
                        <a:lumMod val="10000"/>
                        <a:lumOff val="90000"/>
                      </a:schemeClr>
                    </a:solidFill>
                  </a:tcPr>
                </a:tc>
                <a:tc>
                  <a:txBody>
                    <a:bodyPr/>
                    <a:lstStyle/>
                    <a:p>
                      <a:pPr algn="ctr"/>
                      <a:r>
                        <a:rPr lang="en-US" sz="1200">
                          <a:latin typeface="SoDo Sans" panose="00000500000000000000"/>
                        </a:rPr>
                        <a:t>Medium</a:t>
                      </a:r>
                    </a:p>
                  </a:txBody>
                  <a:tcPr anchor="ctr">
                    <a:solidFill>
                      <a:schemeClr val="accent1">
                        <a:lumMod val="10000"/>
                        <a:lumOff val="90000"/>
                      </a:schemeClr>
                    </a:solidFill>
                  </a:tcPr>
                </a:tc>
                <a:tc>
                  <a:txBody>
                    <a:bodyPr/>
                    <a:lstStyle/>
                    <a:p>
                      <a:pPr algn="ctr"/>
                      <a:r>
                        <a:rPr lang="en-US" sz="1200">
                          <a:latin typeface="SoDo Sans" panose="00000500000000000000"/>
                        </a:rPr>
                        <a:t>Medium</a:t>
                      </a:r>
                    </a:p>
                  </a:txBody>
                  <a:tcPr anchor="ctr">
                    <a:solidFill>
                      <a:schemeClr val="accent1">
                        <a:lumMod val="10000"/>
                        <a:lumOff val="90000"/>
                      </a:schemeClr>
                    </a:solidFill>
                  </a:tcPr>
                </a:tc>
                <a:tc>
                  <a:txBody>
                    <a:bodyPr/>
                    <a:lstStyle/>
                    <a:p>
                      <a:r>
                        <a:rPr lang="en-US" sz="1200">
                          <a:latin typeface="SoDo Sans" panose="00000500000000000000"/>
                        </a:rPr>
                        <a:t>Recently started or returned, with low purchase consistency so far</a:t>
                      </a:r>
                    </a:p>
                  </a:txBody>
                  <a:tcPr anchor="ctr"/>
                </a:tc>
                <a:extLst>
                  <a:ext uri="{0D108BD9-81ED-4DB2-BD59-A6C34878D82A}">
                    <a16:rowId xmlns:a16="http://schemas.microsoft.com/office/drawing/2014/main" val="1810056495"/>
                  </a:ext>
                </a:extLst>
              </a:tr>
              <a:tr h="418829">
                <a:tc>
                  <a:txBody>
                    <a:bodyPr/>
                    <a:lstStyle/>
                    <a:p>
                      <a:r>
                        <a:rPr lang="en-US" sz="1200">
                          <a:latin typeface="SoDo Sans" panose="00000500000000000000"/>
                        </a:rPr>
                        <a:t>Declining</a:t>
                      </a:r>
                    </a:p>
                  </a:txBody>
                  <a:tcPr anchor="ctr"/>
                </a:tc>
                <a:tc>
                  <a:txBody>
                    <a:bodyPr/>
                    <a:lstStyle/>
                    <a:p>
                      <a:pPr algn="ctr"/>
                      <a:r>
                        <a:rPr lang="en-US" sz="1200">
                          <a:latin typeface="SoDo Sans" panose="00000500000000000000"/>
                        </a:rPr>
                        <a:t>Medium</a:t>
                      </a:r>
                    </a:p>
                  </a:txBody>
                  <a:tcPr anchor="ctr">
                    <a:solidFill>
                      <a:schemeClr val="accent1">
                        <a:lumMod val="10000"/>
                        <a:lumOff val="90000"/>
                      </a:schemeClr>
                    </a:solidFill>
                  </a:tcPr>
                </a:tc>
                <a:tc>
                  <a:txBody>
                    <a:bodyPr/>
                    <a:lstStyle/>
                    <a:p>
                      <a:pPr algn="ctr"/>
                      <a:r>
                        <a:rPr lang="en-US" sz="1200">
                          <a:latin typeface="SoDo Sans" panose="00000500000000000000"/>
                        </a:rPr>
                        <a:t>Medium</a:t>
                      </a:r>
                    </a:p>
                  </a:txBody>
                  <a:tcPr anchor="ctr">
                    <a:solidFill>
                      <a:schemeClr val="accent1">
                        <a:lumMod val="10000"/>
                        <a:lumOff val="90000"/>
                      </a:schemeClr>
                    </a:solidFill>
                  </a:tcPr>
                </a:tc>
                <a:tc>
                  <a:txBody>
                    <a:bodyPr/>
                    <a:lstStyle/>
                    <a:p>
                      <a:pPr algn="ctr"/>
                      <a:r>
                        <a:rPr lang="en-US" sz="1200">
                          <a:latin typeface="SoDo Sans" panose="00000500000000000000"/>
                        </a:rPr>
                        <a:t>Low</a:t>
                      </a:r>
                    </a:p>
                  </a:txBody>
                  <a:tcPr anchor="ctr"/>
                </a:tc>
                <a:tc>
                  <a:txBody>
                    <a:bodyPr/>
                    <a:lstStyle/>
                    <a:p>
                      <a:pPr algn="ctr"/>
                      <a:r>
                        <a:rPr lang="en-US" sz="1200">
                          <a:latin typeface="SoDo Sans" panose="00000500000000000000"/>
                        </a:rPr>
                        <a:t>Low</a:t>
                      </a:r>
                    </a:p>
                  </a:txBody>
                  <a:tcPr anchor="ctr"/>
                </a:tc>
                <a:tc>
                  <a:txBody>
                    <a:bodyPr/>
                    <a:lstStyle/>
                    <a:p>
                      <a:pPr algn="ctr"/>
                      <a:r>
                        <a:rPr lang="en-US" sz="1200">
                          <a:latin typeface="SoDo Sans" panose="00000500000000000000"/>
                        </a:rPr>
                        <a:t>Low</a:t>
                      </a:r>
                    </a:p>
                  </a:txBody>
                  <a:tcPr anchor="ctr"/>
                </a:tc>
                <a:tc>
                  <a:txBody>
                    <a:bodyPr/>
                    <a:lstStyle/>
                    <a:p>
                      <a:r>
                        <a:rPr lang="en-US" sz="1200">
                          <a:latin typeface="SoDo Sans" panose="00000500000000000000"/>
                        </a:rPr>
                        <a:t>Previously consistent customers whose visit frequency is dropping</a:t>
                      </a:r>
                    </a:p>
                  </a:txBody>
                  <a:tcPr anchor="ctr"/>
                </a:tc>
                <a:extLst>
                  <a:ext uri="{0D108BD9-81ED-4DB2-BD59-A6C34878D82A}">
                    <a16:rowId xmlns:a16="http://schemas.microsoft.com/office/drawing/2014/main" val="2095154372"/>
                  </a:ext>
                </a:extLst>
              </a:tr>
              <a:tr h="418829">
                <a:tc>
                  <a:txBody>
                    <a:bodyPr/>
                    <a:lstStyle/>
                    <a:p>
                      <a:r>
                        <a:rPr lang="en-US" sz="1200">
                          <a:latin typeface="SoDo Sans" panose="00000500000000000000"/>
                        </a:rPr>
                        <a:t>Lapsing</a:t>
                      </a:r>
                    </a:p>
                  </a:txBody>
                  <a:tcPr anchor="ctr"/>
                </a:tc>
                <a:tc>
                  <a:txBody>
                    <a:bodyPr/>
                    <a:lstStyle/>
                    <a:p>
                      <a:pPr algn="ctr"/>
                      <a:r>
                        <a:rPr lang="en-US" sz="1200">
                          <a:latin typeface="SoDo Sans" panose="00000500000000000000"/>
                        </a:rPr>
                        <a:t>Low</a:t>
                      </a:r>
                    </a:p>
                  </a:txBody>
                  <a:tcPr anchor="ctr"/>
                </a:tc>
                <a:tc>
                  <a:txBody>
                    <a:bodyPr/>
                    <a:lstStyle/>
                    <a:p>
                      <a:pPr algn="ctr"/>
                      <a:r>
                        <a:rPr lang="en-US" sz="1200">
                          <a:latin typeface="SoDo Sans" panose="00000500000000000000"/>
                        </a:rPr>
                        <a:t>Low</a:t>
                      </a:r>
                    </a:p>
                  </a:txBody>
                  <a:tcPr anchor="ctr"/>
                </a:tc>
                <a:tc>
                  <a:txBody>
                    <a:bodyPr/>
                    <a:lstStyle/>
                    <a:p>
                      <a:pPr algn="ctr"/>
                      <a:r>
                        <a:rPr lang="en-US" sz="1200">
                          <a:latin typeface="SoDo Sans" panose="00000500000000000000"/>
                        </a:rPr>
                        <a:t>Low</a:t>
                      </a:r>
                    </a:p>
                  </a:txBody>
                  <a:tcPr anchor="ctr"/>
                </a:tc>
                <a:tc>
                  <a:txBody>
                    <a:bodyPr/>
                    <a:lstStyle/>
                    <a:p>
                      <a:pPr algn="ctr"/>
                      <a:r>
                        <a:rPr lang="en-US" sz="1200">
                          <a:latin typeface="SoDo Sans" panose="00000500000000000000"/>
                        </a:rPr>
                        <a:t>Low</a:t>
                      </a:r>
                    </a:p>
                  </a:txBody>
                  <a:tcPr anchor="ctr"/>
                </a:tc>
                <a:tc>
                  <a:txBody>
                    <a:bodyPr/>
                    <a:lstStyle/>
                    <a:p>
                      <a:pPr algn="ctr"/>
                      <a:r>
                        <a:rPr lang="en-US" sz="1200">
                          <a:latin typeface="SoDo Sans" panose="00000500000000000000"/>
                        </a:rPr>
                        <a:t>Low</a:t>
                      </a:r>
                    </a:p>
                  </a:txBody>
                  <a:tcPr anchor="ctr"/>
                </a:tc>
                <a:tc>
                  <a:txBody>
                    <a:bodyPr/>
                    <a:lstStyle/>
                    <a:p>
                      <a:r>
                        <a:rPr lang="en-US" sz="1200">
                          <a:latin typeface="SoDo Sans" panose="00000500000000000000"/>
                        </a:rPr>
                        <a:t>Low recent activity, at risk of disengaging entirely</a:t>
                      </a:r>
                    </a:p>
                  </a:txBody>
                  <a:tcPr anchor="ctr"/>
                </a:tc>
                <a:extLst>
                  <a:ext uri="{0D108BD9-81ED-4DB2-BD59-A6C34878D82A}">
                    <a16:rowId xmlns:a16="http://schemas.microsoft.com/office/drawing/2014/main" val="3249674252"/>
                  </a:ext>
                </a:extLst>
              </a:tr>
              <a:tr h="418829">
                <a:tc>
                  <a:txBody>
                    <a:bodyPr/>
                    <a:lstStyle/>
                    <a:p>
                      <a:r>
                        <a:rPr lang="en-US" sz="1200">
                          <a:latin typeface="SoDo Sans" panose="00000500000000000000"/>
                        </a:rPr>
                        <a:t>Unengaged</a:t>
                      </a:r>
                    </a:p>
                  </a:txBody>
                  <a:tcPr anchor="ctr"/>
                </a:tc>
                <a:tc>
                  <a:txBody>
                    <a:bodyPr/>
                    <a:lstStyle/>
                    <a:p>
                      <a:pPr algn="ctr"/>
                      <a:r>
                        <a:rPr lang="en-US" sz="1200">
                          <a:latin typeface="SoDo Sans" panose="00000500000000000000"/>
                        </a:rPr>
                        <a:t>N/A</a:t>
                      </a:r>
                    </a:p>
                  </a:txBody>
                  <a:tcPr anchor="ctr">
                    <a:solidFill>
                      <a:schemeClr val="accent4">
                        <a:lumMod val="75000"/>
                      </a:schemeClr>
                    </a:solidFill>
                  </a:tcPr>
                </a:tc>
                <a:tc>
                  <a:txBody>
                    <a:bodyPr/>
                    <a:lstStyle/>
                    <a:p>
                      <a:pPr marL="0" marR="0" lvl="0" indent="0" algn="ctr" defTabSz="609433" rtl="0" eaLnBrk="1" fontAlgn="auto" latinLnBrk="0" hangingPunct="1">
                        <a:lnSpc>
                          <a:spcPct val="100000"/>
                        </a:lnSpc>
                        <a:spcBef>
                          <a:spcPts val="0"/>
                        </a:spcBef>
                        <a:spcAft>
                          <a:spcPts val="0"/>
                        </a:spcAft>
                        <a:buClrTx/>
                        <a:buSzTx/>
                        <a:buFontTx/>
                        <a:buNone/>
                        <a:tabLst/>
                        <a:defRPr/>
                      </a:pPr>
                      <a:r>
                        <a:rPr lang="en-US" sz="1200">
                          <a:latin typeface="SoDo Sans" panose="00000500000000000000"/>
                        </a:rPr>
                        <a:t>N/A</a:t>
                      </a:r>
                    </a:p>
                  </a:txBody>
                  <a:tcPr anchor="ctr">
                    <a:solidFill>
                      <a:schemeClr val="accent4">
                        <a:lumMod val="75000"/>
                      </a:schemeClr>
                    </a:solidFill>
                  </a:tcPr>
                </a:tc>
                <a:tc>
                  <a:txBody>
                    <a:bodyPr/>
                    <a:lstStyle/>
                    <a:p>
                      <a:pPr marL="0" marR="0" lvl="0" indent="0" algn="ctr" defTabSz="609433" rtl="0" eaLnBrk="1" fontAlgn="auto" latinLnBrk="0" hangingPunct="1">
                        <a:lnSpc>
                          <a:spcPct val="100000"/>
                        </a:lnSpc>
                        <a:spcBef>
                          <a:spcPts val="0"/>
                        </a:spcBef>
                        <a:spcAft>
                          <a:spcPts val="0"/>
                        </a:spcAft>
                        <a:buClrTx/>
                        <a:buSzTx/>
                        <a:buFontTx/>
                        <a:buNone/>
                        <a:tabLst/>
                        <a:defRPr/>
                      </a:pPr>
                      <a:r>
                        <a:rPr lang="en-US" sz="1200">
                          <a:latin typeface="SoDo Sans" panose="00000500000000000000"/>
                        </a:rPr>
                        <a:t>N/A</a:t>
                      </a:r>
                    </a:p>
                  </a:txBody>
                  <a:tcPr anchor="ctr">
                    <a:solidFill>
                      <a:schemeClr val="accent4">
                        <a:lumMod val="75000"/>
                      </a:schemeClr>
                    </a:solidFill>
                  </a:tcPr>
                </a:tc>
                <a:tc>
                  <a:txBody>
                    <a:bodyPr/>
                    <a:lstStyle/>
                    <a:p>
                      <a:pPr marL="0" marR="0" lvl="0" indent="0" algn="ctr" defTabSz="609433" rtl="0" eaLnBrk="1" fontAlgn="auto" latinLnBrk="0" hangingPunct="1">
                        <a:lnSpc>
                          <a:spcPct val="100000"/>
                        </a:lnSpc>
                        <a:spcBef>
                          <a:spcPts val="0"/>
                        </a:spcBef>
                        <a:spcAft>
                          <a:spcPts val="0"/>
                        </a:spcAft>
                        <a:buClrTx/>
                        <a:buSzTx/>
                        <a:buFontTx/>
                        <a:buNone/>
                        <a:tabLst/>
                        <a:defRPr/>
                      </a:pPr>
                      <a:r>
                        <a:rPr lang="en-US" sz="1200">
                          <a:latin typeface="SoDo Sans" panose="00000500000000000000"/>
                        </a:rPr>
                        <a:t>N/A</a:t>
                      </a:r>
                    </a:p>
                  </a:txBody>
                  <a:tcPr anchor="ctr">
                    <a:solidFill>
                      <a:schemeClr val="accent4">
                        <a:lumMod val="75000"/>
                      </a:schemeClr>
                    </a:solidFill>
                  </a:tcPr>
                </a:tc>
                <a:tc>
                  <a:txBody>
                    <a:bodyPr/>
                    <a:lstStyle/>
                    <a:p>
                      <a:pPr marL="0" marR="0" lvl="0" indent="0" algn="ctr" defTabSz="609433" rtl="0" eaLnBrk="1" fontAlgn="auto" latinLnBrk="0" hangingPunct="1">
                        <a:lnSpc>
                          <a:spcPct val="100000"/>
                        </a:lnSpc>
                        <a:spcBef>
                          <a:spcPts val="0"/>
                        </a:spcBef>
                        <a:spcAft>
                          <a:spcPts val="0"/>
                        </a:spcAft>
                        <a:buClrTx/>
                        <a:buSzTx/>
                        <a:buFontTx/>
                        <a:buNone/>
                        <a:tabLst/>
                        <a:defRPr/>
                      </a:pPr>
                      <a:r>
                        <a:rPr lang="en-US" sz="1200">
                          <a:latin typeface="SoDo Sans" panose="00000500000000000000"/>
                        </a:rPr>
                        <a:t>N/A</a:t>
                      </a:r>
                    </a:p>
                  </a:txBody>
                  <a:tcPr anchor="ctr">
                    <a:solidFill>
                      <a:schemeClr val="accent4">
                        <a:lumMod val="75000"/>
                      </a:schemeClr>
                    </a:solidFill>
                  </a:tcPr>
                </a:tc>
                <a:tc>
                  <a:txBody>
                    <a:bodyPr/>
                    <a:lstStyle/>
                    <a:p>
                      <a:r>
                        <a:rPr lang="en-US" sz="1200">
                          <a:latin typeface="SoDo Sans" panose="00000500000000000000"/>
                        </a:rPr>
                        <a:t>No meaningful engagement in the current period</a:t>
                      </a:r>
                    </a:p>
                  </a:txBody>
                  <a:tcPr anchor="ctr"/>
                </a:tc>
                <a:extLst>
                  <a:ext uri="{0D108BD9-81ED-4DB2-BD59-A6C34878D82A}">
                    <a16:rowId xmlns:a16="http://schemas.microsoft.com/office/drawing/2014/main" val="881257761"/>
                  </a:ext>
                </a:extLst>
              </a:tr>
            </a:tbl>
          </a:graphicData>
        </a:graphic>
      </p:graphicFrame>
      <p:sp>
        <p:nvSpPr>
          <p:cNvPr id="6" name="TextBox 5">
            <a:extLst>
              <a:ext uri="{FF2B5EF4-FFF2-40B4-BE49-F238E27FC236}">
                <a16:creationId xmlns:a16="http://schemas.microsoft.com/office/drawing/2014/main" id="{DB7384C5-5125-C625-EF53-AF2CD1F41B19}"/>
              </a:ext>
            </a:extLst>
          </p:cNvPr>
          <p:cNvSpPr txBox="1"/>
          <p:nvPr/>
        </p:nvSpPr>
        <p:spPr>
          <a:xfrm>
            <a:off x="2915165" y="2228852"/>
            <a:ext cx="2272145" cy="369332"/>
          </a:xfrm>
          <a:prstGeom prst="rect">
            <a:avLst/>
          </a:prstGeom>
          <a:solidFill>
            <a:srgbClr val="006141"/>
          </a:solidFill>
        </p:spPr>
        <p:txBody>
          <a:bodyPr wrap="square" rtlCol="0">
            <a:spAutoFit/>
          </a:bodyPr>
          <a:lstStyle/>
          <a:p>
            <a:pPr algn="ctr"/>
            <a:r>
              <a:rPr lang="en-US">
                <a:solidFill>
                  <a:schemeClr val="bg1"/>
                </a:solidFill>
                <a:latin typeface="SoDo Sans" panose="00000500000000000000"/>
              </a:rPr>
              <a:t>VALUE SIGNALS</a:t>
            </a:r>
          </a:p>
        </p:txBody>
      </p:sp>
      <p:sp>
        <p:nvSpPr>
          <p:cNvPr id="7" name="TextBox 6">
            <a:extLst>
              <a:ext uri="{FF2B5EF4-FFF2-40B4-BE49-F238E27FC236}">
                <a16:creationId xmlns:a16="http://schemas.microsoft.com/office/drawing/2014/main" id="{2935157E-0D2C-220A-DB29-4E3D52580CFB}"/>
              </a:ext>
            </a:extLst>
          </p:cNvPr>
          <p:cNvSpPr txBox="1"/>
          <p:nvPr/>
        </p:nvSpPr>
        <p:spPr>
          <a:xfrm>
            <a:off x="5204402" y="2228852"/>
            <a:ext cx="3380510" cy="369332"/>
          </a:xfrm>
          <a:prstGeom prst="rect">
            <a:avLst/>
          </a:prstGeom>
          <a:solidFill>
            <a:srgbClr val="006141"/>
          </a:solidFill>
        </p:spPr>
        <p:txBody>
          <a:bodyPr wrap="square" rtlCol="0">
            <a:spAutoFit/>
          </a:bodyPr>
          <a:lstStyle/>
          <a:p>
            <a:pPr algn="ctr"/>
            <a:r>
              <a:rPr lang="en-US">
                <a:solidFill>
                  <a:schemeClr val="bg1"/>
                </a:solidFill>
                <a:latin typeface="SoDo Sans" panose="00000500000000000000"/>
              </a:rPr>
              <a:t>BEHAVIOR SIGNALS</a:t>
            </a:r>
          </a:p>
        </p:txBody>
      </p:sp>
      <p:graphicFrame>
        <p:nvGraphicFramePr>
          <p:cNvPr id="8" name="Table 7">
            <a:extLst>
              <a:ext uri="{FF2B5EF4-FFF2-40B4-BE49-F238E27FC236}">
                <a16:creationId xmlns:a16="http://schemas.microsoft.com/office/drawing/2014/main" id="{D921A48B-1645-EBA4-B989-8FE92F32C045}"/>
              </a:ext>
            </a:extLst>
          </p:cNvPr>
          <p:cNvGraphicFramePr>
            <a:graphicFrameLocks noGrp="1"/>
          </p:cNvGraphicFramePr>
          <p:nvPr>
            <p:extLst>
              <p:ext uri="{D42A27DB-BD31-4B8C-83A1-F6EECF244321}">
                <p14:modId xmlns:p14="http://schemas.microsoft.com/office/powerpoint/2010/main" val="2573176864"/>
              </p:ext>
            </p:extLst>
          </p:nvPr>
        </p:nvGraphicFramePr>
        <p:xfrm>
          <a:off x="12771341" y="152983"/>
          <a:ext cx="942206" cy="4541520"/>
        </p:xfrm>
        <a:graphic>
          <a:graphicData uri="http://schemas.openxmlformats.org/drawingml/2006/table">
            <a:tbl>
              <a:tblPr firstRow="1" bandRow="1">
                <a:tableStyleId>{5C22544A-7EE6-4342-B048-85BDC9FD1C3A}</a:tableStyleId>
              </a:tblPr>
              <a:tblGrid>
                <a:gridCol w="942206">
                  <a:extLst>
                    <a:ext uri="{9D8B030D-6E8A-4147-A177-3AD203B41FA5}">
                      <a16:colId xmlns:a16="http://schemas.microsoft.com/office/drawing/2014/main" val="2109353876"/>
                    </a:ext>
                  </a:extLst>
                </a:gridCol>
              </a:tblGrid>
              <a:tr h="185017">
                <a:tc>
                  <a:txBody>
                    <a:bodyPr/>
                    <a:lstStyle/>
                    <a:p>
                      <a:pPr algn="ctr"/>
                      <a:r>
                        <a:rPr lang="en-US"/>
                        <a:t>State</a:t>
                      </a:r>
                    </a:p>
                  </a:txBody>
                  <a:tcPr/>
                </a:tc>
                <a:extLst>
                  <a:ext uri="{0D108BD9-81ED-4DB2-BD59-A6C34878D82A}">
                    <a16:rowId xmlns:a16="http://schemas.microsoft.com/office/drawing/2014/main" val="1446507677"/>
                  </a:ext>
                </a:extLst>
              </a:tr>
              <a:tr h="143902">
                <a:tc>
                  <a:txBody>
                    <a:bodyPr/>
                    <a:lstStyle/>
                    <a:p>
                      <a:pPr algn="ctr"/>
                      <a:r>
                        <a:rPr lang="en-US" sz="800"/>
                        <a:t>1</a:t>
                      </a:r>
                    </a:p>
                  </a:txBody>
                  <a:tcPr/>
                </a:tc>
                <a:extLst>
                  <a:ext uri="{0D108BD9-81ED-4DB2-BD59-A6C34878D82A}">
                    <a16:rowId xmlns:a16="http://schemas.microsoft.com/office/drawing/2014/main" val="597508716"/>
                  </a:ext>
                </a:extLst>
              </a:tr>
              <a:tr h="143902">
                <a:tc>
                  <a:txBody>
                    <a:bodyPr/>
                    <a:lstStyle/>
                    <a:p>
                      <a:pPr algn="ctr"/>
                      <a:r>
                        <a:rPr lang="en-US" sz="800"/>
                        <a:t>2</a:t>
                      </a:r>
                    </a:p>
                  </a:txBody>
                  <a:tcPr/>
                </a:tc>
                <a:extLst>
                  <a:ext uri="{0D108BD9-81ED-4DB2-BD59-A6C34878D82A}">
                    <a16:rowId xmlns:a16="http://schemas.microsoft.com/office/drawing/2014/main" val="3812823652"/>
                  </a:ext>
                </a:extLst>
              </a:tr>
              <a:tr h="143902">
                <a:tc>
                  <a:txBody>
                    <a:bodyPr/>
                    <a:lstStyle/>
                    <a:p>
                      <a:pPr algn="ctr"/>
                      <a:r>
                        <a:rPr lang="en-US" sz="800"/>
                        <a:t>3</a:t>
                      </a:r>
                    </a:p>
                  </a:txBody>
                  <a:tcPr/>
                </a:tc>
                <a:extLst>
                  <a:ext uri="{0D108BD9-81ED-4DB2-BD59-A6C34878D82A}">
                    <a16:rowId xmlns:a16="http://schemas.microsoft.com/office/drawing/2014/main" val="2341090260"/>
                  </a:ext>
                </a:extLst>
              </a:tr>
              <a:tr h="143902">
                <a:tc>
                  <a:txBody>
                    <a:bodyPr/>
                    <a:lstStyle/>
                    <a:p>
                      <a:pPr algn="ctr"/>
                      <a:r>
                        <a:rPr lang="en-US" sz="800"/>
                        <a:t>4</a:t>
                      </a:r>
                    </a:p>
                  </a:txBody>
                  <a:tcPr/>
                </a:tc>
                <a:extLst>
                  <a:ext uri="{0D108BD9-81ED-4DB2-BD59-A6C34878D82A}">
                    <a16:rowId xmlns:a16="http://schemas.microsoft.com/office/drawing/2014/main" val="2078377782"/>
                  </a:ext>
                </a:extLst>
              </a:tr>
              <a:tr h="143902">
                <a:tc>
                  <a:txBody>
                    <a:bodyPr/>
                    <a:lstStyle/>
                    <a:p>
                      <a:pPr algn="ctr"/>
                      <a:r>
                        <a:rPr lang="en-US" sz="800"/>
                        <a:t>5</a:t>
                      </a:r>
                    </a:p>
                  </a:txBody>
                  <a:tcPr/>
                </a:tc>
                <a:extLst>
                  <a:ext uri="{0D108BD9-81ED-4DB2-BD59-A6C34878D82A}">
                    <a16:rowId xmlns:a16="http://schemas.microsoft.com/office/drawing/2014/main" val="335334703"/>
                  </a:ext>
                </a:extLst>
              </a:tr>
              <a:tr h="143902">
                <a:tc>
                  <a:txBody>
                    <a:bodyPr/>
                    <a:lstStyle/>
                    <a:p>
                      <a:pPr algn="ctr"/>
                      <a:r>
                        <a:rPr lang="en-US" sz="800"/>
                        <a:t>6</a:t>
                      </a:r>
                    </a:p>
                  </a:txBody>
                  <a:tcPr/>
                </a:tc>
                <a:extLst>
                  <a:ext uri="{0D108BD9-81ED-4DB2-BD59-A6C34878D82A}">
                    <a16:rowId xmlns:a16="http://schemas.microsoft.com/office/drawing/2014/main" val="2919342608"/>
                  </a:ext>
                </a:extLst>
              </a:tr>
              <a:tr h="143902">
                <a:tc>
                  <a:txBody>
                    <a:bodyPr/>
                    <a:lstStyle/>
                    <a:p>
                      <a:pPr algn="ctr"/>
                      <a:r>
                        <a:rPr lang="en-US" sz="800"/>
                        <a:t>7</a:t>
                      </a:r>
                    </a:p>
                  </a:txBody>
                  <a:tcPr/>
                </a:tc>
                <a:extLst>
                  <a:ext uri="{0D108BD9-81ED-4DB2-BD59-A6C34878D82A}">
                    <a16:rowId xmlns:a16="http://schemas.microsoft.com/office/drawing/2014/main" val="2975891062"/>
                  </a:ext>
                </a:extLst>
              </a:tr>
              <a:tr h="143902">
                <a:tc>
                  <a:txBody>
                    <a:bodyPr/>
                    <a:lstStyle/>
                    <a:p>
                      <a:pPr algn="ctr"/>
                      <a:r>
                        <a:rPr lang="en-US" sz="800"/>
                        <a:t>8</a:t>
                      </a:r>
                    </a:p>
                  </a:txBody>
                  <a:tcPr/>
                </a:tc>
                <a:extLst>
                  <a:ext uri="{0D108BD9-81ED-4DB2-BD59-A6C34878D82A}">
                    <a16:rowId xmlns:a16="http://schemas.microsoft.com/office/drawing/2014/main" val="940850282"/>
                  </a:ext>
                </a:extLst>
              </a:tr>
              <a:tr h="143902">
                <a:tc>
                  <a:txBody>
                    <a:bodyPr/>
                    <a:lstStyle/>
                    <a:p>
                      <a:pPr algn="ctr"/>
                      <a:r>
                        <a:rPr lang="en-US" sz="800"/>
                        <a:t>9</a:t>
                      </a:r>
                    </a:p>
                  </a:txBody>
                  <a:tcPr/>
                </a:tc>
                <a:extLst>
                  <a:ext uri="{0D108BD9-81ED-4DB2-BD59-A6C34878D82A}">
                    <a16:rowId xmlns:a16="http://schemas.microsoft.com/office/drawing/2014/main" val="3428997275"/>
                  </a:ext>
                </a:extLst>
              </a:tr>
              <a:tr h="143902">
                <a:tc>
                  <a:txBody>
                    <a:bodyPr/>
                    <a:lstStyle/>
                    <a:p>
                      <a:pPr algn="ctr"/>
                      <a:r>
                        <a:rPr lang="en-US" sz="800"/>
                        <a:t>10</a:t>
                      </a:r>
                    </a:p>
                  </a:txBody>
                  <a:tcPr/>
                </a:tc>
                <a:extLst>
                  <a:ext uri="{0D108BD9-81ED-4DB2-BD59-A6C34878D82A}">
                    <a16:rowId xmlns:a16="http://schemas.microsoft.com/office/drawing/2014/main" val="3746304017"/>
                  </a:ext>
                </a:extLst>
              </a:tr>
              <a:tr h="143902">
                <a:tc>
                  <a:txBody>
                    <a:bodyPr/>
                    <a:lstStyle/>
                    <a:p>
                      <a:pPr algn="ctr"/>
                      <a:r>
                        <a:rPr lang="en-US" sz="800"/>
                        <a:t>11</a:t>
                      </a:r>
                    </a:p>
                  </a:txBody>
                  <a:tcPr/>
                </a:tc>
                <a:extLst>
                  <a:ext uri="{0D108BD9-81ED-4DB2-BD59-A6C34878D82A}">
                    <a16:rowId xmlns:a16="http://schemas.microsoft.com/office/drawing/2014/main" val="1600959581"/>
                  </a:ext>
                </a:extLst>
              </a:tr>
              <a:tr h="143902">
                <a:tc>
                  <a:txBody>
                    <a:bodyPr/>
                    <a:lstStyle/>
                    <a:p>
                      <a:pPr algn="ctr"/>
                      <a:r>
                        <a:rPr lang="en-US" sz="800"/>
                        <a:t>12</a:t>
                      </a:r>
                    </a:p>
                  </a:txBody>
                  <a:tcPr/>
                </a:tc>
                <a:extLst>
                  <a:ext uri="{0D108BD9-81ED-4DB2-BD59-A6C34878D82A}">
                    <a16:rowId xmlns:a16="http://schemas.microsoft.com/office/drawing/2014/main" val="1228111765"/>
                  </a:ext>
                </a:extLst>
              </a:tr>
              <a:tr h="143902">
                <a:tc>
                  <a:txBody>
                    <a:bodyPr/>
                    <a:lstStyle/>
                    <a:p>
                      <a:pPr algn="ctr"/>
                      <a:r>
                        <a:rPr lang="en-US" sz="800"/>
                        <a:t>13</a:t>
                      </a:r>
                    </a:p>
                  </a:txBody>
                  <a:tcPr/>
                </a:tc>
                <a:extLst>
                  <a:ext uri="{0D108BD9-81ED-4DB2-BD59-A6C34878D82A}">
                    <a16:rowId xmlns:a16="http://schemas.microsoft.com/office/drawing/2014/main" val="2090721573"/>
                  </a:ext>
                </a:extLst>
              </a:tr>
              <a:tr h="143902">
                <a:tc>
                  <a:txBody>
                    <a:bodyPr/>
                    <a:lstStyle/>
                    <a:p>
                      <a:pPr algn="ctr"/>
                      <a:r>
                        <a:rPr lang="en-US" sz="800"/>
                        <a:t>14</a:t>
                      </a:r>
                    </a:p>
                  </a:txBody>
                  <a:tcPr/>
                </a:tc>
                <a:extLst>
                  <a:ext uri="{0D108BD9-81ED-4DB2-BD59-A6C34878D82A}">
                    <a16:rowId xmlns:a16="http://schemas.microsoft.com/office/drawing/2014/main" val="1769324820"/>
                  </a:ext>
                </a:extLst>
              </a:tr>
              <a:tr h="143902">
                <a:tc>
                  <a:txBody>
                    <a:bodyPr/>
                    <a:lstStyle/>
                    <a:p>
                      <a:pPr algn="ctr"/>
                      <a:r>
                        <a:rPr lang="en-US" sz="800"/>
                        <a:t>15</a:t>
                      </a:r>
                    </a:p>
                  </a:txBody>
                  <a:tcPr/>
                </a:tc>
                <a:extLst>
                  <a:ext uri="{0D108BD9-81ED-4DB2-BD59-A6C34878D82A}">
                    <a16:rowId xmlns:a16="http://schemas.microsoft.com/office/drawing/2014/main" val="3409532653"/>
                  </a:ext>
                </a:extLst>
              </a:tr>
              <a:tr h="143902">
                <a:tc>
                  <a:txBody>
                    <a:bodyPr/>
                    <a:lstStyle/>
                    <a:p>
                      <a:pPr algn="ctr"/>
                      <a:r>
                        <a:rPr lang="en-US" sz="800"/>
                        <a:t>16</a:t>
                      </a:r>
                    </a:p>
                  </a:txBody>
                  <a:tcPr/>
                </a:tc>
                <a:extLst>
                  <a:ext uri="{0D108BD9-81ED-4DB2-BD59-A6C34878D82A}">
                    <a16:rowId xmlns:a16="http://schemas.microsoft.com/office/drawing/2014/main" val="3612206594"/>
                  </a:ext>
                </a:extLst>
              </a:tr>
              <a:tr h="143902">
                <a:tc>
                  <a:txBody>
                    <a:bodyPr/>
                    <a:lstStyle/>
                    <a:p>
                      <a:pPr algn="ctr"/>
                      <a:r>
                        <a:rPr lang="en-US" sz="800"/>
                        <a:t>17</a:t>
                      </a:r>
                    </a:p>
                  </a:txBody>
                  <a:tcPr/>
                </a:tc>
                <a:extLst>
                  <a:ext uri="{0D108BD9-81ED-4DB2-BD59-A6C34878D82A}">
                    <a16:rowId xmlns:a16="http://schemas.microsoft.com/office/drawing/2014/main" val="3854443373"/>
                  </a:ext>
                </a:extLst>
              </a:tr>
              <a:tr h="143902">
                <a:tc>
                  <a:txBody>
                    <a:bodyPr/>
                    <a:lstStyle/>
                    <a:p>
                      <a:pPr algn="ctr"/>
                      <a:r>
                        <a:rPr lang="en-US" sz="800"/>
                        <a:t>18</a:t>
                      </a:r>
                    </a:p>
                  </a:txBody>
                  <a:tcPr/>
                </a:tc>
                <a:extLst>
                  <a:ext uri="{0D108BD9-81ED-4DB2-BD59-A6C34878D82A}">
                    <a16:rowId xmlns:a16="http://schemas.microsoft.com/office/drawing/2014/main" val="683190497"/>
                  </a:ext>
                </a:extLst>
              </a:tr>
              <a:tr h="143902">
                <a:tc>
                  <a:txBody>
                    <a:bodyPr/>
                    <a:lstStyle/>
                    <a:p>
                      <a:pPr algn="ctr"/>
                      <a:r>
                        <a:rPr lang="en-US" sz="800"/>
                        <a:t>19</a:t>
                      </a:r>
                    </a:p>
                  </a:txBody>
                  <a:tcPr/>
                </a:tc>
                <a:extLst>
                  <a:ext uri="{0D108BD9-81ED-4DB2-BD59-A6C34878D82A}">
                    <a16:rowId xmlns:a16="http://schemas.microsoft.com/office/drawing/2014/main" val="623091956"/>
                  </a:ext>
                </a:extLst>
              </a:tr>
              <a:tr h="143902">
                <a:tc>
                  <a:txBody>
                    <a:bodyPr/>
                    <a:lstStyle/>
                    <a:p>
                      <a:pPr algn="ctr"/>
                      <a:r>
                        <a:rPr lang="en-US" sz="800"/>
                        <a:t>20</a:t>
                      </a:r>
                    </a:p>
                  </a:txBody>
                  <a:tcPr/>
                </a:tc>
                <a:extLst>
                  <a:ext uri="{0D108BD9-81ED-4DB2-BD59-A6C34878D82A}">
                    <a16:rowId xmlns:a16="http://schemas.microsoft.com/office/drawing/2014/main" val="148496308"/>
                  </a:ext>
                </a:extLst>
              </a:tr>
            </a:tbl>
          </a:graphicData>
        </a:graphic>
      </p:graphicFrame>
      <p:pic>
        <p:nvPicPr>
          <p:cNvPr id="10" name="Picture 9">
            <a:extLst>
              <a:ext uri="{FF2B5EF4-FFF2-40B4-BE49-F238E27FC236}">
                <a16:creationId xmlns:a16="http://schemas.microsoft.com/office/drawing/2014/main" id="{B965682B-5C38-CEF9-F932-021F29760D60}"/>
              </a:ext>
            </a:extLst>
          </p:cNvPr>
          <p:cNvPicPr>
            <a:picLocks noChangeAspect="1"/>
          </p:cNvPicPr>
          <p:nvPr/>
        </p:nvPicPr>
        <p:blipFill>
          <a:blip r:embed="rId2"/>
          <a:stretch>
            <a:fillRect/>
          </a:stretch>
        </p:blipFill>
        <p:spPr>
          <a:xfrm>
            <a:off x="246732" y="2915855"/>
            <a:ext cx="567456" cy="2879989"/>
          </a:xfrm>
          <a:prstGeom prst="rect">
            <a:avLst/>
          </a:prstGeom>
        </p:spPr>
      </p:pic>
    </p:spTree>
    <p:extLst>
      <p:ext uri="{BB962C8B-B14F-4D97-AF65-F5344CB8AC3E}">
        <p14:creationId xmlns:p14="http://schemas.microsoft.com/office/powerpoint/2010/main" val="2458576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996F-5B44-5F94-8BDB-0830DBFB686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9E0D3E1-5EF8-32E2-0FB6-1340AE5EA61E}"/>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4020611B-C12B-D0E4-1A18-52CBBB481F87}"/>
              </a:ext>
            </a:extLst>
          </p:cNvPr>
          <p:cNvSpPr>
            <a:spLocks noGrp="1"/>
          </p:cNvSpPr>
          <p:nvPr>
            <p:ph type="body" sz="quarter" idx="11"/>
          </p:nvPr>
        </p:nvSpPr>
        <p:spPr>
          <a:xfrm>
            <a:off x="3157979" y="1765235"/>
            <a:ext cx="6087533" cy="2264641"/>
          </a:xfrm>
        </p:spPr>
        <p:txBody>
          <a:bodyPr/>
          <a:lstStyle/>
          <a:p>
            <a:pPr algn="ctr"/>
            <a:r>
              <a:rPr lang="en-US" sz="3200"/>
              <a:t>Approach for defining behaviors</a:t>
            </a:r>
            <a:endParaRPr lang="en-US"/>
          </a:p>
          <a:p>
            <a:pPr marL="457200" indent="-457200" algn="ctr">
              <a:buAutoNum type="arabicPeriod"/>
            </a:pPr>
            <a:endParaRPr lang="en-US"/>
          </a:p>
        </p:txBody>
      </p:sp>
      <p:sp>
        <p:nvSpPr>
          <p:cNvPr id="4" name="Text Placeholder 3">
            <a:extLst>
              <a:ext uri="{FF2B5EF4-FFF2-40B4-BE49-F238E27FC236}">
                <a16:creationId xmlns:a16="http://schemas.microsoft.com/office/drawing/2014/main" id="{0B12EC83-9E50-8D9C-75CB-EDD9A28FE7BD}"/>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114263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1BA3EA-1D5B-B4A2-70BC-E251B92074BB}"/>
              </a:ext>
            </a:extLst>
          </p:cNvPr>
          <p:cNvSpPr>
            <a:spLocks noGrp="1"/>
          </p:cNvSpPr>
          <p:nvPr>
            <p:ph type="body" sz="quarter" idx="19"/>
          </p:nvPr>
        </p:nvSpPr>
        <p:spPr/>
        <p:txBody>
          <a:bodyPr/>
          <a:lstStyle/>
          <a:p>
            <a:endParaRPr lang="en-US"/>
          </a:p>
        </p:txBody>
      </p:sp>
      <p:sp>
        <p:nvSpPr>
          <p:cNvPr id="3" name="Text Placeholder 2">
            <a:extLst>
              <a:ext uri="{FF2B5EF4-FFF2-40B4-BE49-F238E27FC236}">
                <a16:creationId xmlns:a16="http://schemas.microsoft.com/office/drawing/2014/main" id="{E78D906A-35F4-C15F-89B3-CF53C635D20C}"/>
              </a:ext>
            </a:extLst>
          </p:cNvPr>
          <p:cNvSpPr>
            <a:spLocks noGrp="1"/>
          </p:cNvSpPr>
          <p:nvPr>
            <p:ph type="body" sz="quarter" idx="18"/>
          </p:nvPr>
        </p:nvSpPr>
        <p:spPr>
          <a:xfrm>
            <a:off x="7637088" y="3302593"/>
            <a:ext cx="3155243" cy="691892"/>
          </a:xfrm>
        </p:spPr>
        <p:txBody>
          <a:bodyPr/>
          <a:lstStyle/>
          <a:p>
            <a:r>
              <a:rPr lang="en-US"/>
              <a:t>Define the relationship between the reduced number of features, which measure “Channel Use”, and future value.</a:t>
            </a:r>
          </a:p>
        </p:txBody>
      </p:sp>
      <p:sp>
        <p:nvSpPr>
          <p:cNvPr id="4" name="Text Placeholder 3">
            <a:extLst>
              <a:ext uri="{FF2B5EF4-FFF2-40B4-BE49-F238E27FC236}">
                <a16:creationId xmlns:a16="http://schemas.microsoft.com/office/drawing/2014/main" id="{2E4DB1B6-CE2B-2F80-B484-AFF82CAFE62A}"/>
              </a:ext>
            </a:extLst>
          </p:cNvPr>
          <p:cNvSpPr>
            <a:spLocks noGrp="1"/>
          </p:cNvSpPr>
          <p:nvPr>
            <p:ph type="body" sz="quarter" idx="17"/>
          </p:nvPr>
        </p:nvSpPr>
        <p:spPr>
          <a:xfrm>
            <a:off x="7585753" y="2811035"/>
            <a:ext cx="2777067" cy="285532"/>
          </a:xfrm>
        </p:spPr>
        <p:txBody>
          <a:bodyPr/>
          <a:lstStyle/>
          <a:p>
            <a:r>
              <a:rPr lang="en-US"/>
              <a:t>Define the relationship</a:t>
            </a:r>
          </a:p>
        </p:txBody>
      </p:sp>
      <p:sp>
        <p:nvSpPr>
          <p:cNvPr id="5" name="Text Placeholder 4">
            <a:extLst>
              <a:ext uri="{FF2B5EF4-FFF2-40B4-BE49-F238E27FC236}">
                <a16:creationId xmlns:a16="http://schemas.microsoft.com/office/drawing/2014/main" id="{0C1D9071-FC8B-1315-9527-9213BA9A7743}"/>
              </a:ext>
            </a:extLst>
          </p:cNvPr>
          <p:cNvSpPr>
            <a:spLocks noGrp="1"/>
          </p:cNvSpPr>
          <p:nvPr>
            <p:ph type="body" sz="quarter" idx="16"/>
          </p:nvPr>
        </p:nvSpPr>
        <p:spPr>
          <a:xfrm>
            <a:off x="562951" y="3304201"/>
            <a:ext cx="2651887" cy="2346677"/>
          </a:xfrm>
        </p:spPr>
        <p:txBody>
          <a:bodyPr/>
          <a:lstStyle/>
          <a:p>
            <a:r>
              <a:rPr lang="en-US"/>
              <a:t>Customer level measures of Channel use that are intuitive:</a:t>
            </a:r>
          </a:p>
          <a:p>
            <a:pPr marL="171450" indent="-171450">
              <a:buFont typeface="Arial" panose="020B0604020202020204" pitchFamily="34" charset="0"/>
              <a:buChar char="•"/>
            </a:pPr>
            <a:r>
              <a:rPr lang="en-US"/>
              <a:t>Number of channels used</a:t>
            </a:r>
          </a:p>
          <a:p>
            <a:pPr marL="171450" indent="-171450">
              <a:buFont typeface="Arial" panose="020B0604020202020204" pitchFamily="34" charset="0"/>
              <a:buChar char="•"/>
            </a:pPr>
            <a:r>
              <a:rPr lang="en-US"/>
              <a:t>Diversity of channel use</a:t>
            </a:r>
          </a:p>
          <a:p>
            <a:pPr marL="171450" indent="-171450">
              <a:buFont typeface="Arial" panose="020B0604020202020204" pitchFamily="34" charset="0"/>
              <a:buChar char="•"/>
            </a:pPr>
            <a:r>
              <a:rPr lang="en-US"/>
              <a:t>Recency of MOP transactions</a:t>
            </a:r>
          </a:p>
          <a:p>
            <a:pPr marL="171450" indent="-171450">
              <a:buFont typeface="Arial" panose="020B0604020202020204" pitchFamily="34" charset="0"/>
              <a:buChar char="•"/>
            </a:pPr>
            <a:r>
              <a:rPr lang="en-US"/>
              <a:t>Frequency of MOP transactions</a:t>
            </a:r>
          </a:p>
          <a:p>
            <a:pPr marL="171450" indent="-171450">
              <a:buFont typeface="Arial" panose="020B0604020202020204" pitchFamily="34" charset="0"/>
              <a:buChar char="•"/>
            </a:pPr>
            <a:r>
              <a:rPr lang="en-US"/>
              <a:t>AOV of MOP transactions</a:t>
            </a:r>
          </a:p>
          <a:p>
            <a:pPr marL="171450" indent="-171450">
              <a:buFont typeface="Arial" panose="020B0604020202020204" pitchFamily="34" charset="0"/>
              <a:buChar char="•"/>
            </a:pPr>
            <a:r>
              <a:rPr lang="en-US"/>
              <a:t>…</a:t>
            </a:r>
          </a:p>
          <a:p>
            <a:endParaRPr lang="en-US"/>
          </a:p>
          <a:p>
            <a:endParaRPr lang="en-US"/>
          </a:p>
        </p:txBody>
      </p:sp>
      <p:sp>
        <p:nvSpPr>
          <p:cNvPr id="6" name="Text Placeholder 5">
            <a:extLst>
              <a:ext uri="{FF2B5EF4-FFF2-40B4-BE49-F238E27FC236}">
                <a16:creationId xmlns:a16="http://schemas.microsoft.com/office/drawing/2014/main" id="{3C12B0A8-B688-2144-E4F5-05A2D49D0C12}"/>
              </a:ext>
            </a:extLst>
          </p:cNvPr>
          <p:cNvSpPr>
            <a:spLocks noGrp="1"/>
          </p:cNvSpPr>
          <p:nvPr>
            <p:ph type="body" sz="quarter" idx="15"/>
          </p:nvPr>
        </p:nvSpPr>
        <p:spPr>
          <a:xfrm>
            <a:off x="562951" y="2904776"/>
            <a:ext cx="2777067" cy="285532"/>
          </a:xfrm>
        </p:spPr>
        <p:txBody>
          <a:bodyPr/>
          <a:lstStyle/>
          <a:p>
            <a:r>
              <a:rPr lang="en-US"/>
              <a:t>Features</a:t>
            </a:r>
          </a:p>
        </p:txBody>
      </p:sp>
      <p:sp>
        <p:nvSpPr>
          <p:cNvPr id="7" name="Text Placeholder 6">
            <a:extLst>
              <a:ext uri="{FF2B5EF4-FFF2-40B4-BE49-F238E27FC236}">
                <a16:creationId xmlns:a16="http://schemas.microsoft.com/office/drawing/2014/main" id="{CF2FBF95-EC6E-9CF5-4541-CCE9223D45B5}"/>
              </a:ext>
            </a:extLst>
          </p:cNvPr>
          <p:cNvSpPr>
            <a:spLocks noGrp="1"/>
          </p:cNvSpPr>
          <p:nvPr>
            <p:ph type="body" sz="quarter" idx="14"/>
          </p:nvPr>
        </p:nvSpPr>
        <p:spPr>
          <a:xfrm>
            <a:off x="443307" y="2049007"/>
            <a:ext cx="1287874" cy="482437"/>
          </a:xfrm>
        </p:spPr>
        <p:txBody>
          <a:bodyPr/>
          <a:lstStyle/>
          <a:p>
            <a:r>
              <a:rPr lang="en-US"/>
              <a:t>Example: Channel Use </a:t>
            </a:r>
          </a:p>
        </p:txBody>
      </p:sp>
      <p:sp>
        <p:nvSpPr>
          <p:cNvPr id="8" name="Text Placeholder 7">
            <a:extLst>
              <a:ext uri="{FF2B5EF4-FFF2-40B4-BE49-F238E27FC236}">
                <a16:creationId xmlns:a16="http://schemas.microsoft.com/office/drawing/2014/main" id="{3422A895-C5F0-5138-6970-9C8231B8E800}"/>
              </a:ext>
            </a:extLst>
          </p:cNvPr>
          <p:cNvSpPr>
            <a:spLocks noGrp="1"/>
          </p:cNvSpPr>
          <p:nvPr>
            <p:ph type="body" sz="quarter" idx="13"/>
          </p:nvPr>
        </p:nvSpPr>
        <p:spPr>
          <a:xfrm>
            <a:off x="443303" y="1660462"/>
            <a:ext cx="2777067" cy="285532"/>
          </a:xfrm>
        </p:spPr>
        <p:txBody>
          <a:bodyPr/>
          <a:lstStyle/>
          <a:p>
            <a:r>
              <a:rPr lang="en-US"/>
              <a:t>Behavior</a:t>
            </a:r>
          </a:p>
        </p:txBody>
      </p:sp>
      <p:sp>
        <p:nvSpPr>
          <p:cNvPr id="10" name="Text Placeholder 9">
            <a:extLst>
              <a:ext uri="{FF2B5EF4-FFF2-40B4-BE49-F238E27FC236}">
                <a16:creationId xmlns:a16="http://schemas.microsoft.com/office/drawing/2014/main" id="{D53FDC32-B3E4-97D9-63B4-46B779518E0B}"/>
              </a:ext>
            </a:extLst>
          </p:cNvPr>
          <p:cNvSpPr>
            <a:spLocks noGrp="1"/>
          </p:cNvSpPr>
          <p:nvPr>
            <p:ph type="body" sz="quarter" idx="11"/>
          </p:nvPr>
        </p:nvSpPr>
        <p:spPr>
          <a:xfrm>
            <a:off x="443303" y="895352"/>
            <a:ext cx="11251391" cy="577850"/>
          </a:xfrm>
        </p:spPr>
        <p:txBody>
          <a:bodyPr/>
          <a:lstStyle/>
          <a:p>
            <a:r>
              <a:rPr lang="en-US"/>
              <a:t>Behaviors And Features</a:t>
            </a:r>
          </a:p>
        </p:txBody>
      </p:sp>
      <p:sp>
        <p:nvSpPr>
          <p:cNvPr id="11" name="Text Placeholder 10">
            <a:extLst>
              <a:ext uri="{FF2B5EF4-FFF2-40B4-BE49-F238E27FC236}">
                <a16:creationId xmlns:a16="http://schemas.microsoft.com/office/drawing/2014/main" id="{10179A59-2425-3EBB-D09A-F1D00C26DDB7}"/>
              </a:ext>
            </a:extLst>
          </p:cNvPr>
          <p:cNvSpPr>
            <a:spLocks noGrp="1"/>
          </p:cNvSpPr>
          <p:nvPr>
            <p:ph type="body" sz="quarter" idx="10"/>
          </p:nvPr>
        </p:nvSpPr>
        <p:spPr/>
        <p:txBody>
          <a:bodyPr/>
          <a:lstStyle/>
          <a:p>
            <a:endParaRPr lang="en-US"/>
          </a:p>
        </p:txBody>
      </p:sp>
      <p:sp>
        <p:nvSpPr>
          <p:cNvPr id="12" name="Text Placeholder 4">
            <a:extLst>
              <a:ext uri="{FF2B5EF4-FFF2-40B4-BE49-F238E27FC236}">
                <a16:creationId xmlns:a16="http://schemas.microsoft.com/office/drawing/2014/main" id="{52213283-4A78-EB3E-126D-80CED33C984A}"/>
              </a:ext>
            </a:extLst>
          </p:cNvPr>
          <p:cNvSpPr txBox="1">
            <a:spLocks/>
          </p:cNvSpPr>
          <p:nvPr/>
        </p:nvSpPr>
        <p:spPr>
          <a:xfrm>
            <a:off x="3876696" y="3429000"/>
            <a:ext cx="2447103" cy="2346677"/>
          </a:xfrm>
          <a:prstGeom prst="rect">
            <a:avLst/>
          </a:prstGeom>
        </p:spPr>
        <p:txBody>
          <a:bodyPr lIns="0"/>
          <a:lstStyle>
            <a:lvl1pPr marL="0" indent="0" algn="l" defTabSz="609433" rtl="0" eaLnBrk="1" latinLnBrk="0" hangingPunct="1">
              <a:lnSpc>
                <a:spcPts val="1366"/>
              </a:lnSpc>
              <a:spcBef>
                <a:spcPts val="666"/>
              </a:spcBef>
              <a:buFont typeface="Arial" panose="020B0604020202020204" pitchFamily="34" charset="0"/>
              <a:buNone/>
              <a:defRPr sz="1200" kern="1200">
                <a:solidFill>
                  <a:schemeClr val="accent2"/>
                </a:solidFill>
                <a:latin typeface="SoDo Sans" pitchFamily="2" charset="77"/>
                <a:ea typeface="SoDo Sans" pitchFamily="2" charset="77"/>
                <a:cs typeface="+mn-cs"/>
              </a:defRPr>
            </a:lvl1pPr>
            <a:lvl2pPr marL="457075" indent="-152358" algn="l" defTabSz="609433" rtl="0" eaLnBrk="1" latinLnBrk="0" hangingPunct="1">
              <a:lnSpc>
                <a:spcPct val="90000"/>
              </a:lnSpc>
              <a:spcBef>
                <a:spcPts val="333"/>
              </a:spcBef>
              <a:buFont typeface="Arial" panose="020B0604020202020204" pitchFamily="34" charset="0"/>
              <a:buChar char="•"/>
              <a:defRPr sz="1600" kern="1200">
                <a:solidFill>
                  <a:schemeClr val="tx1"/>
                </a:solidFill>
                <a:latin typeface="+mn-lt"/>
                <a:ea typeface="+mn-ea"/>
                <a:cs typeface="+mn-cs"/>
              </a:defRPr>
            </a:lvl2pPr>
            <a:lvl3pPr marL="761791" indent="-152358" algn="l" defTabSz="609433" rtl="0" eaLnBrk="1" latinLnBrk="0" hangingPunct="1">
              <a:lnSpc>
                <a:spcPct val="90000"/>
              </a:lnSpc>
              <a:spcBef>
                <a:spcPts val="333"/>
              </a:spcBef>
              <a:buFont typeface="Arial" panose="020B0604020202020204" pitchFamily="34" charset="0"/>
              <a:buChar char="•"/>
              <a:defRPr sz="1333" kern="1200">
                <a:solidFill>
                  <a:schemeClr val="tx1"/>
                </a:solidFill>
                <a:latin typeface="+mn-lt"/>
                <a:ea typeface="+mn-ea"/>
                <a:cs typeface="+mn-cs"/>
              </a:defRPr>
            </a:lvl3pPr>
            <a:lvl4pPr marL="1066507"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4pPr>
            <a:lvl5pPr marL="1371223"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5pPr>
            <a:lvl6pPr marL="1675939"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0656"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372"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088"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a:lstStyle>
          <a:p>
            <a:r>
              <a:rPr lang="en-US"/>
              <a:t>Feature selection to find the subset of features that:</a:t>
            </a:r>
          </a:p>
          <a:p>
            <a:pPr marL="228600" indent="-228600">
              <a:buAutoNum type="arabicPeriod"/>
            </a:pPr>
            <a:r>
              <a:rPr lang="en-US"/>
              <a:t>Are correlated with future value</a:t>
            </a:r>
          </a:p>
          <a:p>
            <a:pPr marL="228600" indent="-228600">
              <a:buAutoNum type="arabicPeriod"/>
            </a:pPr>
            <a:r>
              <a:rPr lang="en-US"/>
              <a:t>Are intuitive to our stakeholders</a:t>
            </a:r>
          </a:p>
          <a:p>
            <a:pPr marL="228600" indent="-228600">
              <a:buAutoNum type="arabicPeriod"/>
            </a:pPr>
            <a:r>
              <a:rPr lang="en-US"/>
              <a:t>Are orthogonal to each other</a:t>
            </a:r>
          </a:p>
          <a:p>
            <a:pPr marL="228600" indent="-228600">
              <a:buAutoNum type="arabicPeriod"/>
            </a:pPr>
            <a:endParaRPr lang="en-US"/>
          </a:p>
          <a:p>
            <a:endParaRPr lang="en-US"/>
          </a:p>
          <a:p>
            <a:endParaRPr lang="en-US"/>
          </a:p>
        </p:txBody>
      </p:sp>
      <p:sp>
        <p:nvSpPr>
          <p:cNvPr id="13" name="Text Placeholder 5">
            <a:extLst>
              <a:ext uri="{FF2B5EF4-FFF2-40B4-BE49-F238E27FC236}">
                <a16:creationId xmlns:a16="http://schemas.microsoft.com/office/drawing/2014/main" id="{D4E8C478-8A8F-C697-DAE4-23A02C446D2E}"/>
              </a:ext>
            </a:extLst>
          </p:cNvPr>
          <p:cNvSpPr txBox="1">
            <a:spLocks/>
          </p:cNvSpPr>
          <p:nvPr/>
        </p:nvSpPr>
        <p:spPr>
          <a:xfrm>
            <a:off x="3860215" y="2885646"/>
            <a:ext cx="2777067" cy="285532"/>
          </a:xfrm>
          <a:prstGeom prst="rect">
            <a:avLst/>
          </a:prstGeom>
        </p:spPr>
        <p:txBody>
          <a:bodyPr lIns="0"/>
          <a:lstStyle>
            <a:lvl1pPr marL="0" indent="0" algn="l" defTabSz="609433" rtl="0" eaLnBrk="1" latinLnBrk="0" hangingPunct="1">
              <a:lnSpc>
                <a:spcPct val="90000"/>
              </a:lnSpc>
              <a:spcBef>
                <a:spcPts val="666"/>
              </a:spcBef>
              <a:buFont typeface="Arial" panose="020B0604020202020204" pitchFamily="34" charset="0"/>
              <a:buNone/>
              <a:defRPr sz="1400" b="1" kern="1200">
                <a:solidFill>
                  <a:schemeClr val="accent2"/>
                </a:solidFill>
                <a:latin typeface="SoDo Sans" pitchFamily="2" charset="77"/>
                <a:ea typeface="SoDo Sans" pitchFamily="2" charset="77"/>
                <a:cs typeface="+mn-cs"/>
              </a:defRPr>
            </a:lvl1pPr>
            <a:lvl2pPr marL="457075" indent="-152358" algn="l" defTabSz="609433" rtl="0" eaLnBrk="1" latinLnBrk="0" hangingPunct="1">
              <a:lnSpc>
                <a:spcPct val="90000"/>
              </a:lnSpc>
              <a:spcBef>
                <a:spcPts val="333"/>
              </a:spcBef>
              <a:buFont typeface="Arial" panose="020B0604020202020204" pitchFamily="34" charset="0"/>
              <a:buChar char="•"/>
              <a:defRPr sz="1600" kern="1200">
                <a:solidFill>
                  <a:schemeClr val="tx1"/>
                </a:solidFill>
                <a:latin typeface="+mn-lt"/>
                <a:ea typeface="+mn-ea"/>
                <a:cs typeface="+mn-cs"/>
              </a:defRPr>
            </a:lvl2pPr>
            <a:lvl3pPr marL="761791" indent="-152358" algn="l" defTabSz="609433" rtl="0" eaLnBrk="1" latinLnBrk="0" hangingPunct="1">
              <a:lnSpc>
                <a:spcPct val="90000"/>
              </a:lnSpc>
              <a:spcBef>
                <a:spcPts val="333"/>
              </a:spcBef>
              <a:buFont typeface="Arial" panose="020B0604020202020204" pitchFamily="34" charset="0"/>
              <a:buChar char="•"/>
              <a:defRPr sz="1333" kern="1200">
                <a:solidFill>
                  <a:schemeClr val="tx1"/>
                </a:solidFill>
                <a:latin typeface="+mn-lt"/>
                <a:ea typeface="+mn-ea"/>
                <a:cs typeface="+mn-cs"/>
              </a:defRPr>
            </a:lvl3pPr>
            <a:lvl4pPr marL="1066507"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4pPr>
            <a:lvl5pPr marL="1371223"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5pPr>
            <a:lvl6pPr marL="1675939"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0656"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372"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088"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a:lstStyle>
          <a:p>
            <a:r>
              <a:rPr lang="en-US"/>
              <a:t>Select the features that matter</a:t>
            </a:r>
          </a:p>
        </p:txBody>
      </p:sp>
      <p:cxnSp>
        <p:nvCxnSpPr>
          <p:cNvPr id="17" name="Straight Connector 16">
            <a:extLst>
              <a:ext uri="{FF2B5EF4-FFF2-40B4-BE49-F238E27FC236}">
                <a16:creationId xmlns:a16="http://schemas.microsoft.com/office/drawing/2014/main" id="{DD0F8714-72C1-3C2E-67D9-A5261F791AE5}"/>
              </a:ext>
            </a:extLst>
          </p:cNvPr>
          <p:cNvCxnSpPr/>
          <p:nvPr/>
        </p:nvCxnSpPr>
        <p:spPr>
          <a:xfrm>
            <a:off x="3407395" y="2645338"/>
            <a:ext cx="0" cy="300554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E7DE3C4-B32E-B101-A733-6F07AF8DE340}"/>
              </a:ext>
            </a:extLst>
          </p:cNvPr>
          <p:cNvCxnSpPr/>
          <p:nvPr/>
        </p:nvCxnSpPr>
        <p:spPr>
          <a:xfrm>
            <a:off x="7111517" y="2645338"/>
            <a:ext cx="0" cy="300554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F86F9B0-47B6-3434-88CF-E75001C9CD0F}"/>
              </a:ext>
            </a:extLst>
          </p:cNvPr>
          <p:cNvCxnSpPr>
            <a:cxnSpLocks/>
          </p:cNvCxnSpPr>
          <p:nvPr/>
        </p:nvCxnSpPr>
        <p:spPr>
          <a:xfrm flipV="1">
            <a:off x="8210350" y="4312824"/>
            <a:ext cx="0" cy="13656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99C5295C-304B-BAF2-5509-787828921B21}"/>
              </a:ext>
            </a:extLst>
          </p:cNvPr>
          <p:cNvCxnSpPr>
            <a:cxnSpLocks/>
          </p:cNvCxnSpPr>
          <p:nvPr/>
        </p:nvCxnSpPr>
        <p:spPr>
          <a:xfrm flipV="1">
            <a:off x="8210350" y="5650878"/>
            <a:ext cx="1753402" cy="276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Freeform: Shape 23">
            <a:extLst>
              <a:ext uri="{FF2B5EF4-FFF2-40B4-BE49-F238E27FC236}">
                <a16:creationId xmlns:a16="http://schemas.microsoft.com/office/drawing/2014/main" id="{71E1A563-F4C5-F206-6A46-17EBF27C5F72}"/>
              </a:ext>
            </a:extLst>
          </p:cNvPr>
          <p:cNvSpPr/>
          <p:nvPr/>
        </p:nvSpPr>
        <p:spPr>
          <a:xfrm>
            <a:off x="8402855" y="4466122"/>
            <a:ext cx="1335544" cy="991402"/>
          </a:xfrm>
          <a:custGeom>
            <a:avLst/>
            <a:gdLst>
              <a:gd name="csX0" fmla="*/ 0 w 1335544"/>
              <a:gd name="csY0" fmla="*/ 991402 h 991402"/>
              <a:gd name="csX1" fmla="*/ 163629 w 1335544"/>
              <a:gd name="csY1" fmla="*/ 529390 h 991402"/>
              <a:gd name="csX2" fmla="*/ 510139 w 1335544"/>
              <a:gd name="csY2" fmla="*/ 192505 h 991402"/>
              <a:gd name="csX3" fmla="*/ 885524 w 1335544"/>
              <a:gd name="csY3" fmla="*/ 57752 h 991402"/>
              <a:gd name="csX4" fmla="*/ 1289785 w 1335544"/>
              <a:gd name="csY4" fmla="*/ 9625 h 991402"/>
              <a:gd name="csX5" fmla="*/ 1309036 w 1335544"/>
              <a:gd name="csY5" fmla="*/ 0 h 991402"/>
            </a:gdLst>
            <a:ahLst/>
            <a:cxnLst>
              <a:cxn ang="0">
                <a:pos x="csX0" y="csY0"/>
              </a:cxn>
              <a:cxn ang="0">
                <a:pos x="csX1" y="csY1"/>
              </a:cxn>
              <a:cxn ang="0">
                <a:pos x="csX2" y="csY2"/>
              </a:cxn>
              <a:cxn ang="0">
                <a:pos x="csX3" y="csY3"/>
              </a:cxn>
              <a:cxn ang="0">
                <a:pos x="csX4" y="csY4"/>
              </a:cxn>
              <a:cxn ang="0">
                <a:pos x="csX5" y="csY5"/>
              </a:cxn>
            </a:cxnLst>
            <a:rect l="l" t="t" r="r" b="b"/>
            <a:pathLst>
              <a:path w="1335544" h="991402">
                <a:moveTo>
                  <a:pt x="0" y="991402"/>
                </a:moveTo>
                <a:cubicBezTo>
                  <a:pt x="39303" y="826970"/>
                  <a:pt x="78606" y="662539"/>
                  <a:pt x="163629" y="529390"/>
                </a:cubicBezTo>
                <a:cubicBezTo>
                  <a:pt x="248652" y="396241"/>
                  <a:pt x="389823" y="271111"/>
                  <a:pt x="510139" y="192505"/>
                </a:cubicBezTo>
                <a:cubicBezTo>
                  <a:pt x="630455" y="113899"/>
                  <a:pt x="755583" y="88232"/>
                  <a:pt x="885524" y="57752"/>
                </a:cubicBezTo>
                <a:cubicBezTo>
                  <a:pt x="1015465" y="27272"/>
                  <a:pt x="1289785" y="9625"/>
                  <a:pt x="1289785" y="9625"/>
                </a:cubicBezTo>
                <a:cubicBezTo>
                  <a:pt x="1360370" y="0"/>
                  <a:pt x="1334703" y="0"/>
                  <a:pt x="1309036"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200ECE6-3A5D-6539-6591-B6DC7B9A4F6D}"/>
              </a:ext>
            </a:extLst>
          </p:cNvPr>
          <p:cNvSpPr txBox="1"/>
          <p:nvPr/>
        </p:nvSpPr>
        <p:spPr>
          <a:xfrm>
            <a:off x="8088554" y="5775677"/>
            <a:ext cx="2252310" cy="276999"/>
          </a:xfrm>
          <a:prstGeom prst="rect">
            <a:avLst/>
          </a:prstGeom>
          <a:noFill/>
        </p:spPr>
        <p:txBody>
          <a:bodyPr wrap="square">
            <a:spAutoFit/>
          </a:bodyPr>
          <a:lstStyle/>
          <a:p>
            <a:r>
              <a:rPr lang="en-US" sz="1200">
                <a:solidFill>
                  <a:schemeClr val="accent1"/>
                </a:solidFill>
                <a:latin typeface="SoDo Sans" panose="00000500000000000000" pitchFamily="2" charset="0"/>
                <a:ea typeface="SoDo Sans" panose="00000500000000000000" pitchFamily="2" charset="0"/>
              </a:rPr>
              <a:t>Number of channels used</a:t>
            </a:r>
          </a:p>
        </p:txBody>
      </p:sp>
      <p:sp>
        <p:nvSpPr>
          <p:cNvPr id="27" name="TextBox 26">
            <a:extLst>
              <a:ext uri="{FF2B5EF4-FFF2-40B4-BE49-F238E27FC236}">
                <a16:creationId xmlns:a16="http://schemas.microsoft.com/office/drawing/2014/main" id="{0B5F4212-5D01-6F00-3D28-261999A494C3}"/>
              </a:ext>
            </a:extLst>
          </p:cNvPr>
          <p:cNvSpPr txBox="1"/>
          <p:nvPr/>
        </p:nvSpPr>
        <p:spPr>
          <a:xfrm rot="16200000">
            <a:off x="7721393" y="4762865"/>
            <a:ext cx="700915" cy="276999"/>
          </a:xfrm>
          <a:prstGeom prst="rect">
            <a:avLst/>
          </a:prstGeom>
          <a:noFill/>
        </p:spPr>
        <p:txBody>
          <a:bodyPr wrap="square">
            <a:spAutoFit/>
          </a:bodyPr>
          <a:lstStyle/>
          <a:p>
            <a:r>
              <a:rPr lang="en-US" sz="1200">
                <a:solidFill>
                  <a:schemeClr val="accent1"/>
                </a:solidFill>
                <a:latin typeface="SoDo Sans" panose="00000500000000000000" pitchFamily="2" charset="0"/>
                <a:ea typeface="SoDo Sans" panose="00000500000000000000" pitchFamily="2" charset="0"/>
              </a:rPr>
              <a:t>value</a:t>
            </a:r>
          </a:p>
        </p:txBody>
      </p:sp>
    </p:spTree>
    <p:extLst>
      <p:ext uri="{BB962C8B-B14F-4D97-AF65-F5344CB8AC3E}">
        <p14:creationId xmlns:p14="http://schemas.microsoft.com/office/powerpoint/2010/main" val="2741759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68DEFC-51DA-6C92-B5BE-FF687D1BF432}"/>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1CD9940D-6551-2AD8-76B5-A5992BF05CFC}"/>
              </a:ext>
            </a:extLst>
          </p:cNvPr>
          <p:cNvSpPr>
            <a:spLocks noGrp="1"/>
          </p:cNvSpPr>
          <p:nvPr>
            <p:ph type="body" sz="quarter" idx="11"/>
          </p:nvPr>
        </p:nvSpPr>
        <p:spPr>
          <a:xfrm>
            <a:off x="3157979" y="1765235"/>
            <a:ext cx="6087533" cy="2264641"/>
          </a:xfrm>
        </p:spPr>
        <p:txBody>
          <a:bodyPr/>
          <a:lstStyle/>
          <a:p>
            <a:r>
              <a:rPr lang="en-US" sz="3200"/>
              <a:t>Features</a:t>
            </a:r>
            <a:r>
              <a:rPr lang="en-US"/>
              <a:t> – These are the metrics that are going to describe the behaviors:</a:t>
            </a:r>
            <a:br>
              <a:rPr lang="en-US"/>
            </a:br>
            <a:endParaRPr lang="en-US"/>
          </a:p>
          <a:p>
            <a:pPr marL="457200" indent="-457200">
              <a:buFont typeface="+mj-lt"/>
              <a:buAutoNum type="arabicPeriod"/>
            </a:pPr>
            <a:r>
              <a:rPr lang="en-US"/>
              <a:t>RFMC</a:t>
            </a:r>
            <a:br>
              <a:rPr lang="en-US"/>
            </a:br>
            <a:endParaRPr lang="en-US"/>
          </a:p>
          <a:p>
            <a:pPr marL="457200" indent="-457200">
              <a:buAutoNum type="arabicPeriod"/>
            </a:pPr>
            <a:r>
              <a:rPr lang="en-US"/>
              <a:t>Star and Discount </a:t>
            </a:r>
          </a:p>
          <a:p>
            <a:pPr marL="457200" indent="-457200">
              <a:buAutoNum type="arabicPeriod"/>
            </a:pPr>
            <a:r>
              <a:rPr lang="en-US"/>
              <a:t>Product Preferences</a:t>
            </a:r>
          </a:p>
          <a:p>
            <a:pPr marL="457200" indent="-457200">
              <a:buAutoNum type="arabicPeriod"/>
            </a:pPr>
            <a:r>
              <a:rPr lang="en-US"/>
              <a:t>Channel Use</a:t>
            </a:r>
          </a:p>
          <a:p>
            <a:pPr marL="457200" indent="-457200">
              <a:buAutoNum type="arabicPeriod"/>
            </a:pPr>
            <a:endParaRPr lang="en-US"/>
          </a:p>
        </p:txBody>
      </p:sp>
      <p:sp>
        <p:nvSpPr>
          <p:cNvPr id="4" name="Text Placeholder 3">
            <a:extLst>
              <a:ext uri="{FF2B5EF4-FFF2-40B4-BE49-F238E27FC236}">
                <a16:creationId xmlns:a16="http://schemas.microsoft.com/office/drawing/2014/main" id="{7E169809-70E1-08AE-F04E-BC61095A4DD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188453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4B08BB-AE34-C093-4D4D-747D1417B5FE}"/>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8BA50C89-055D-3C6C-2AC3-255D9D178AEE}"/>
              </a:ext>
            </a:extLst>
          </p:cNvPr>
          <p:cNvSpPr>
            <a:spLocks noGrp="1"/>
          </p:cNvSpPr>
          <p:nvPr>
            <p:ph type="body" sz="quarter" idx="12"/>
          </p:nvPr>
        </p:nvSpPr>
        <p:spPr>
          <a:xfrm>
            <a:off x="443303" y="1562102"/>
            <a:ext cx="7421911" cy="577850"/>
          </a:xfrm>
        </p:spPr>
        <p:txBody>
          <a:bodyPr/>
          <a:lstStyle/>
          <a:p>
            <a:r>
              <a:rPr lang="en-US"/>
              <a:t>We want </a:t>
            </a:r>
            <a:r>
              <a:rPr lang="en-US" b="1">
                <a:solidFill>
                  <a:schemeClr val="accent1"/>
                </a:solidFill>
              </a:rPr>
              <a:t>two</a:t>
            </a:r>
            <a:r>
              <a:rPr lang="en-US"/>
              <a:t> transactional features (based on RFMC) that are intuitive and correlate highly with value </a:t>
            </a:r>
          </a:p>
        </p:txBody>
      </p:sp>
      <p:sp>
        <p:nvSpPr>
          <p:cNvPr id="4" name="Text Placeholder 3">
            <a:extLst>
              <a:ext uri="{FF2B5EF4-FFF2-40B4-BE49-F238E27FC236}">
                <a16:creationId xmlns:a16="http://schemas.microsoft.com/office/drawing/2014/main" id="{7482BC4F-83D0-F843-D812-51E9E849DCB7}"/>
              </a:ext>
            </a:extLst>
          </p:cNvPr>
          <p:cNvSpPr>
            <a:spLocks noGrp="1"/>
          </p:cNvSpPr>
          <p:nvPr>
            <p:ph type="body" sz="quarter" idx="11"/>
          </p:nvPr>
        </p:nvSpPr>
        <p:spPr>
          <a:xfrm>
            <a:off x="443303" y="895352"/>
            <a:ext cx="10914507" cy="577850"/>
          </a:xfrm>
        </p:spPr>
        <p:txBody>
          <a:bodyPr/>
          <a:lstStyle/>
          <a:p>
            <a:r>
              <a:rPr lang="en-US"/>
              <a:t>RFMC Features</a:t>
            </a:r>
          </a:p>
        </p:txBody>
      </p:sp>
      <p:sp>
        <p:nvSpPr>
          <p:cNvPr id="5" name="Text Placeholder 4">
            <a:extLst>
              <a:ext uri="{FF2B5EF4-FFF2-40B4-BE49-F238E27FC236}">
                <a16:creationId xmlns:a16="http://schemas.microsoft.com/office/drawing/2014/main" id="{2619310F-04E7-ECFF-49C4-AA28162CCCD2}"/>
              </a:ext>
            </a:extLst>
          </p:cNvPr>
          <p:cNvSpPr>
            <a:spLocks noGrp="1"/>
          </p:cNvSpPr>
          <p:nvPr>
            <p:ph type="body" sz="quarter" idx="10"/>
          </p:nvPr>
        </p:nvSpPr>
        <p:spPr/>
        <p:txBody>
          <a:bodyPr/>
          <a:lstStyle/>
          <a:p>
            <a:endParaRPr lang="en-US"/>
          </a:p>
        </p:txBody>
      </p:sp>
      <p:sp>
        <p:nvSpPr>
          <p:cNvPr id="9" name="TextBox 8">
            <a:extLst>
              <a:ext uri="{FF2B5EF4-FFF2-40B4-BE49-F238E27FC236}">
                <a16:creationId xmlns:a16="http://schemas.microsoft.com/office/drawing/2014/main" id="{342FC7E1-9E82-B7D8-99DB-18CD51C14B36}"/>
              </a:ext>
            </a:extLst>
          </p:cNvPr>
          <p:cNvSpPr txBox="1"/>
          <p:nvPr/>
        </p:nvSpPr>
        <p:spPr>
          <a:xfrm>
            <a:off x="5938787" y="2290813"/>
            <a:ext cx="4620127" cy="3662541"/>
          </a:xfrm>
          <a:prstGeom prst="rect">
            <a:avLst/>
          </a:prstGeom>
          <a:noFill/>
        </p:spPr>
        <p:txBody>
          <a:bodyPr wrap="square" rtlCol="0">
            <a:spAutoFit/>
          </a:bodyPr>
          <a:lstStyle/>
          <a:p>
            <a:pPr marL="285750" indent="-285750">
              <a:buFont typeface="Arial" panose="020B0604020202020204" pitchFamily="34" charset="0"/>
              <a:buChar char="•"/>
            </a:pPr>
            <a:r>
              <a:rPr lang="en-US" sz="1600"/>
              <a:t>Easy to understand</a:t>
            </a:r>
          </a:p>
          <a:p>
            <a:pPr marL="285750" indent="-285750">
              <a:buFont typeface="Arial" panose="020B0604020202020204" pitchFamily="34" charset="0"/>
              <a:buChar char="•"/>
            </a:pPr>
            <a:r>
              <a:rPr lang="en-US" sz="1600"/>
              <a:t>Intuitive so that stakeholders believe it</a:t>
            </a:r>
          </a:p>
          <a:p>
            <a:pPr marL="285750" indent="-285750">
              <a:buFont typeface="Arial" panose="020B0604020202020204" pitchFamily="34" charset="0"/>
              <a:buChar char="•"/>
            </a:pPr>
            <a:r>
              <a:rPr lang="en-US" sz="1600"/>
              <a:t>Correlate or predict future value</a:t>
            </a:r>
          </a:p>
          <a:p>
            <a:pPr marL="742950" lvl="1" indent="-285750">
              <a:buFont typeface="Arial" panose="020B0604020202020204" pitchFamily="34" charset="0"/>
              <a:buChar char="•"/>
            </a:pPr>
            <a:r>
              <a:rPr lang="en-US" sz="1600"/>
              <a:t>Retention</a:t>
            </a:r>
          </a:p>
          <a:p>
            <a:pPr marL="742950" lvl="1" indent="-285750">
              <a:buFont typeface="Arial" panose="020B0604020202020204" pitchFamily="34" charset="0"/>
              <a:buChar char="•"/>
            </a:pPr>
            <a:r>
              <a:rPr lang="en-US" sz="1600"/>
              <a:t>Value </a:t>
            </a:r>
          </a:p>
          <a:p>
            <a:endParaRPr lang="en-US" sz="1600"/>
          </a:p>
          <a:p>
            <a:r>
              <a:rPr lang="en-US" sz="1600"/>
              <a:t>Methodology: Feature selection approach.</a:t>
            </a:r>
          </a:p>
          <a:p>
            <a:pPr marL="285750" indent="-285750">
              <a:buFont typeface="Arial" panose="020B0604020202020204" pitchFamily="34" charset="0"/>
              <a:buChar char="•"/>
            </a:pPr>
            <a:r>
              <a:rPr lang="en-US" sz="1600"/>
              <a:t>Find the two features that predict </a:t>
            </a:r>
            <a:r>
              <a:rPr lang="en-US" sz="1600" b="1">
                <a:solidFill>
                  <a:schemeClr val="accent1"/>
                </a:solidFill>
              </a:rPr>
              <a:t>90-day spend (revenue)</a:t>
            </a:r>
            <a:r>
              <a:rPr lang="en-US" sz="1600"/>
              <a:t>. </a:t>
            </a:r>
          </a:p>
          <a:p>
            <a:pPr marL="285750" indent="-285750">
              <a:buFont typeface="Arial" panose="020B0604020202020204" pitchFamily="34" charset="0"/>
              <a:buChar char="•"/>
            </a:pPr>
            <a:r>
              <a:rPr lang="en-US" sz="1600"/>
              <a:t>Use exhaustive feature list</a:t>
            </a:r>
          </a:p>
          <a:p>
            <a:pPr marL="285750" indent="-285750">
              <a:buFont typeface="Arial" panose="020B0604020202020204" pitchFamily="34" charset="0"/>
              <a:buChar char="•"/>
            </a:pPr>
            <a:r>
              <a:rPr lang="en-US" sz="1600"/>
              <a:t>Use feature selection approaches</a:t>
            </a:r>
          </a:p>
          <a:p>
            <a:pPr marL="285750" indent="-285750">
              <a:buFont typeface="Arial" panose="020B0604020202020204" pitchFamily="34" charset="0"/>
              <a:buChar char="•"/>
            </a:pPr>
            <a:r>
              <a:rPr lang="en-US" sz="1600"/>
              <a:t>Use R-squared to explain how much of the 90-day spend is explained by the features</a:t>
            </a:r>
          </a:p>
          <a:p>
            <a:pPr marL="285750" indent="-285750">
              <a:buFont typeface="Arial" panose="020B0604020202020204" pitchFamily="34" charset="0"/>
              <a:buChar char="•"/>
            </a:pPr>
            <a:r>
              <a:rPr lang="en-US" sz="1600"/>
              <a:t>Bias toward orthogonal features</a:t>
            </a:r>
          </a:p>
        </p:txBody>
      </p:sp>
      <p:pic>
        <p:nvPicPr>
          <p:cNvPr id="11" name="Picture 10">
            <a:extLst>
              <a:ext uri="{FF2B5EF4-FFF2-40B4-BE49-F238E27FC236}">
                <a16:creationId xmlns:a16="http://schemas.microsoft.com/office/drawing/2014/main" id="{17BD2965-A26F-C848-2B09-74C7C18F673D}"/>
              </a:ext>
            </a:extLst>
          </p:cNvPr>
          <p:cNvPicPr>
            <a:picLocks noChangeAspect="1"/>
          </p:cNvPicPr>
          <p:nvPr/>
        </p:nvPicPr>
        <p:blipFill>
          <a:blip r:embed="rId2"/>
          <a:stretch>
            <a:fillRect/>
          </a:stretch>
        </p:blipFill>
        <p:spPr>
          <a:xfrm>
            <a:off x="1223863" y="2228852"/>
            <a:ext cx="4296375" cy="3677163"/>
          </a:xfrm>
          <a:prstGeom prst="rect">
            <a:avLst/>
          </a:prstGeom>
        </p:spPr>
      </p:pic>
    </p:spTree>
    <p:extLst>
      <p:ext uri="{BB962C8B-B14F-4D97-AF65-F5344CB8AC3E}">
        <p14:creationId xmlns:p14="http://schemas.microsoft.com/office/powerpoint/2010/main" val="2241819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8A139-E15D-38DE-C1BF-9F8CDF9B06D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62B7050-9E5C-C170-4DA4-8494EB0FBD1A}"/>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8F1EC3C3-CFC0-ACEE-4DE7-0D87F10C857E}"/>
              </a:ext>
            </a:extLst>
          </p:cNvPr>
          <p:cNvSpPr>
            <a:spLocks noGrp="1"/>
          </p:cNvSpPr>
          <p:nvPr>
            <p:ph type="body" sz="quarter" idx="12"/>
          </p:nvPr>
        </p:nvSpPr>
        <p:spPr>
          <a:xfrm>
            <a:off x="443303" y="1562102"/>
            <a:ext cx="7421911" cy="577850"/>
          </a:xfrm>
        </p:spPr>
        <p:txBody>
          <a:bodyPr/>
          <a:lstStyle/>
          <a:p>
            <a:r>
              <a:rPr lang="en-US"/>
              <a:t>We want </a:t>
            </a:r>
            <a:r>
              <a:rPr lang="en-US" b="1">
                <a:solidFill>
                  <a:schemeClr val="accent1"/>
                </a:solidFill>
              </a:rPr>
              <a:t>two</a:t>
            </a:r>
            <a:r>
              <a:rPr lang="en-US"/>
              <a:t> RFMC features that are intuitive and correlate highly with value </a:t>
            </a:r>
          </a:p>
        </p:txBody>
      </p:sp>
      <p:sp>
        <p:nvSpPr>
          <p:cNvPr id="4" name="Text Placeholder 3">
            <a:extLst>
              <a:ext uri="{FF2B5EF4-FFF2-40B4-BE49-F238E27FC236}">
                <a16:creationId xmlns:a16="http://schemas.microsoft.com/office/drawing/2014/main" id="{184524C3-C2C5-FF90-151A-8FEFC599C944}"/>
              </a:ext>
            </a:extLst>
          </p:cNvPr>
          <p:cNvSpPr>
            <a:spLocks noGrp="1"/>
          </p:cNvSpPr>
          <p:nvPr>
            <p:ph type="body" sz="quarter" idx="11"/>
          </p:nvPr>
        </p:nvSpPr>
        <p:spPr>
          <a:xfrm>
            <a:off x="443303" y="895352"/>
            <a:ext cx="10914507" cy="577850"/>
          </a:xfrm>
        </p:spPr>
        <p:txBody>
          <a:bodyPr/>
          <a:lstStyle/>
          <a:p>
            <a:r>
              <a:rPr lang="en-US"/>
              <a:t>RFMC Features</a:t>
            </a:r>
          </a:p>
        </p:txBody>
      </p:sp>
      <p:sp>
        <p:nvSpPr>
          <p:cNvPr id="5" name="Text Placeholder 4">
            <a:extLst>
              <a:ext uri="{FF2B5EF4-FFF2-40B4-BE49-F238E27FC236}">
                <a16:creationId xmlns:a16="http://schemas.microsoft.com/office/drawing/2014/main" id="{5E0DE914-F176-11BF-33A3-6B039B8B27AE}"/>
              </a:ext>
            </a:extLst>
          </p:cNvPr>
          <p:cNvSpPr>
            <a:spLocks noGrp="1"/>
          </p:cNvSpPr>
          <p:nvPr>
            <p:ph type="body" sz="quarter" idx="10"/>
          </p:nvPr>
        </p:nvSpPr>
        <p:spPr/>
        <p:txBody>
          <a:bodyPr/>
          <a:lstStyle/>
          <a:p>
            <a:endParaRPr lang="en-US"/>
          </a:p>
        </p:txBody>
      </p:sp>
      <p:graphicFrame>
        <p:nvGraphicFramePr>
          <p:cNvPr id="6" name="Table 5">
            <a:extLst>
              <a:ext uri="{FF2B5EF4-FFF2-40B4-BE49-F238E27FC236}">
                <a16:creationId xmlns:a16="http://schemas.microsoft.com/office/drawing/2014/main" id="{8EF452C6-9FD2-D778-77F1-B0482890DDCB}"/>
              </a:ext>
            </a:extLst>
          </p:cNvPr>
          <p:cNvGraphicFramePr>
            <a:graphicFrameLocks noGrp="1"/>
          </p:cNvGraphicFramePr>
          <p:nvPr/>
        </p:nvGraphicFramePr>
        <p:xfrm>
          <a:off x="1185939" y="2063848"/>
          <a:ext cx="9558866" cy="3733797"/>
        </p:xfrm>
        <a:graphic>
          <a:graphicData uri="http://schemas.openxmlformats.org/drawingml/2006/table">
            <a:tbl>
              <a:tblPr firstRow="1" bandRow="1">
                <a:tableStyleId>{5C22544A-7EE6-4342-B048-85BDC9FD1C3A}</a:tableStyleId>
              </a:tblPr>
              <a:tblGrid>
                <a:gridCol w="1593144">
                  <a:extLst>
                    <a:ext uri="{9D8B030D-6E8A-4147-A177-3AD203B41FA5}">
                      <a16:colId xmlns:a16="http://schemas.microsoft.com/office/drawing/2014/main" val="982605907"/>
                    </a:ext>
                  </a:extLst>
                </a:gridCol>
                <a:gridCol w="4934878">
                  <a:extLst>
                    <a:ext uri="{9D8B030D-6E8A-4147-A177-3AD203B41FA5}">
                      <a16:colId xmlns:a16="http://schemas.microsoft.com/office/drawing/2014/main" val="2449684334"/>
                    </a:ext>
                  </a:extLst>
                </a:gridCol>
                <a:gridCol w="757711">
                  <a:extLst>
                    <a:ext uri="{9D8B030D-6E8A-4147-A177-3AD203B41FA5}">
                      <a16:colId xmlns:a16="http://schemas.microsoft.com/office/drawing/2014/main" val="3891936802"/>
                    </a:ext>
                  </a:extLst>
                </a:gridCol>
                <a:gridCol w="757711">
                  <a:extLst>
                    <a:ext uri="{9D8B030D-6E8A-4147-A177-3AD203B41FA5}">
                      <a16:colId xmlns:a16="http://schemas.microsoft.com/office/drawing/2014/main" val="2053772363"/>
                    </a:ext>
                  </a:extLst>
                </a:gridCol>
                <a:gridCol w="757711">
                  <a:extLst>
                    <a:ext uri="{9D8B030D-6E8A-4147-A177-3AD203B41FA5}">
                      <a16:colId xmlns:a16="http://schemas.microsoft.com/office/drawing/2014/main" val="3304231518"/>
                    </a:ext>
                  </a:extLst>
                </a:gridCol>
                <a:gridCol w="757711">
                  <a:extLst>
                    <a:ext uri="{9D8B030D-6E8A-4147-A177-3AD203B41FA5}">
                      <a16:colId xmlns:a16="http://schemas.microsoft.com/office/drawing/2014/main" val="2595746974"/>
                    </a:ext>
                  </a:extLst>
                </a:gridCol>
              </a:tblGrid>
              <a:tr h="294349">
                <a:tc>
                  <a:txBody>
                    <a:bodyPr/>
                    <a:lstStyle/>
                    <a:p>
                      <a:r>
                        <a:rPr lang="en-US" sz="1000">
                          <a:latin typeface="SoDo Sans" panose="00000500000000000000" pitchFamily="2" charset="0"/>
                          <a:ea typeface="SoDo Sans" panose="00000500000000000000" pitchFamily="2" charset="0"/>
                        </a:rPr>
                        <a:t>Concept</a:t>
                      </a:r>
                    </a:p>
                  </a:txBody>
                  <a:tcPr anchor="ctr"/>
                </a:tc>
                <a:tc>
                  <a:txBody>
                    <a:bodyPr/>
                    <a:lstStyle/>
                    <a:p>
                      <a:r>
                        <a:rPr lang="en-US" sz="1000">
                          <a:latin typeface="SoDo Sans" panose="00000500000000000000" pitchFamily="2" charset="0"/>
                          <a:ea typeface="SoDo Sans" panose="00000500000000000000" pitchFamily="2" charset="0"/>
                        </a:rPr>
                        <a:t>Feature</a:t>
                      </a:r>
                    </a:p>
                  </a:txBody>
                  <a:tcPr anchor="ctr"/>
                </a:tc>
                <a:tc>
                  <a:txBody>
                    <a:bodyPr/>
                    <a:lstStyle/>
                    <a:p>
                      <a:pPr algn="ctr"/>
                      <a:r>
                        <a:rPr lang="en-US" sz="1000">
                          <a:latin typeface="SoDo Sans" panose="00000500000000000000" pitchFamily="2" charset="0"/>
                          <a:ea typeface="SoDo Sans" panose="00000500000000000000" pitchFamily="2" charset="0"/>
                        </a:rPr>
                        <a:t>30-days</a:t>
                      </a:r>
                    </a:p>
                  </a:txBody>
                  <a:tcPr anchor="ctr"/>
                </a:tc>
                <a:tc>
                  <a:txBody>
                    <a:bodyPr/>
                    <a:lstStyle/>
                    <a:p>
                      <a:pPr algn="ctr"/>
                      <a:r>
                        <a:rPr lang="en-US" sz="1000">
                          <a:latin typeface="SoDo Sans" panose="00000500000000000000" pitchFamily="2" charset="0"/>
                          <a:ea typeface="SoDo Sans" panose="00000500000000000000" pitchFamily="2" charset="0"/>
                        </a:rPr>
                        <a:t>90-days</a:t>
                      </a:r>
                    </a:p>
                  </a:txBody>
                  <a:tcPr anchor="ctr"/>
                </a:tc>
                <a:tc>
                  <a:txBody>
                    <a:bodyPr/>
                    <a:lstStyle/>
                    <a:p>
                      <a:pPr algn="ctr"/>
                      <a:r>
                        <a:rPr lang="en-US" sz="1000">
                          <a:latin typeface="SoDo Sans" panose="00000500000000000000" pitchFamily="2" charset="0"/>
                          <a:ea typeface="SoDo Sans" panose="00000500000000000000" pitchFamily="2" charset="0"/>
                        </a:rPr>
                        <a:t>180-days</a:t>
                      </a:r>
                    </a:p>
                  </a:txBody>
                  <a:tcPr anchor="ctr"/>
                </a:tc>
                <a:tc>
                  <a:txBody>
                    <a:bodyPr/>
                    <a:lstStyle/>
                    <a:p>
                      <a:pPr algn="ctr"/>
                      <a:r>
                        <a:rPr lang="en-US" sz="1000">
                          <a:latin typeface="SoDo Sans" panose="00000500000000000000" pitchFamily="2" charset="0"/>
                          <a:ea typeface="SoDo Sans" panose="00000500000000000000" pitchFamily="2" charset="0"/>
                        </a:rPr>
                        <a:t>1 year</a:t>
                      </a:r>
                    </a:p>
                  </a:txBody>
                  <a:tcPr anchor="ctr"/>
                </a:tc>
                <a:extLst>
                  <a:ext uri="{0D108BD9-81ED-4DB2-BD59-A6C34878D82A}">
                    <a16:rowId xmlns:a16="http://schemas.microsoft.com/office/drawing/2014/main" val="2100242638"/>
                  </a:ext>
                </a:extLst>
              </a:tr>
              <a:tr h="294349">
                <a:tc>
                  <a:txBody>
                    <a:bodyPr/>
                    <a:lstStyle/>
                    <a:p>
                      <a:r>
                        <a:rPr lang="en-US" sz="1000">
                          <a:latin typeface="SoDo Sans" panose="00000500000000000000" pitchFamily="2" charset="0"/>
                          <a:ea typeface="SoDo Sans" panose="00000500000000000000" pitchFamily="2" charset="0"/>
                        </a:rPr>
                        <a:t>Recency</a:t>
                      </a:r>
                    </a:p>
                  </a:txBody>
                  <a:tcPr anchor="ctr"/>
                </a:tc>
                <a:tc>
                  <a:txBody>
                    <a:bodyPr/>
                    <a:lstStyle/>
                    <a:p>
                      <a:r>
                        <a:rPr lang="en-US" sz="1000">
                          <a:latin typeface="SoDo Sans" panose="00000500000000000000" pitchFamily="2" charset="0"/>
                          <a:ea typeface="SoDo Sans" panose="00000500000000000000" pitchFamily="2" charset="0"/>
                        </a:rPr>
                        <a:t>Days since last order</a:t>
                      </a:r>
                    </a:p>
                  </a:txBody>
                  <a:tcPr anchor="ctr"/>
                </a:tc>
                <a:tc>
                  <a:txBody>
                    <a:bodyPr/>
                    <a:lstStyle/>
                    <a:p>
                      <a:pPr algn="ctr"/>
                      <a:endParaRPr lang="en-US" sz="1000">
                        <a:latin typeface="SoDo Sans" panose="00000500000000000000" pitchFamily="2" charset="0"/>
                        <a:ea typeface="SoDo Sans" panose="00000500000000000000" pitchFamily="2" charset="0"/>
                      </a:endParaRPr>
                    </a:p>
                  </a:txBody>
                  <a:tcPr anchor="ctr"/>
                </a:tc>
                <a:tc>
                  <a:txBody>
                    <a:bodyPr/>
                    <a:lstStyle/>
                    <a:p>
                      <a:pPr algn="ctr"/>
                      <a:endParaRPr lang="en-US" sz="1000">
                        <a:latin typeface="SoDo Sans" panose="00000500000000000000" pitchFamily="2" charset="0"/>
                        <a:ea typeface="SoDo Sans" panose="00000500000000000000" pitchFamily="2" charset="0"/>
                      </a:endParaRPr>
                    </a:p>
                  </a:txBody>
                  <a:tcPr anchor="ctr"/>
                </a:tc>
                <a:tc>
                  <a:txBody>
                    <a:bodyPr/>
                    <a:lstStyle/>
                    <a:p>
                      <a:pPr algn="ctr"/>
                      <a:endParaRPr lang="en-US" sz="1000">
                        <a:latin typeface="SoDo Sans" panose="00000500000000000000" pitchFamily="2" charset="0"/>
                        <a:ea typeface="SoDo Sans" panose="00000500000000000000" pitchFamily="2" charset="0"/>
                      </a:endParaRP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extLst>
                  <a:ext uri="{0D108BD9-81ED-4DB2-BD59-A6C34878D82A}">
                    <a16:rowId xmlns:a16="http://schemas.microsoft.com/office/drawing/2014/main" val="3003020859"/>
                  </a:ext>
                </a:extLst>
              </a:tr>
              <a:tr h="294349">
                <a:tc>
                  <a:txBody>
                    <a:bodyPr/>
                    <a:lstStyle/>
                    <a:p>
                      <a:r>
                        <a:rPr lang="en-US" sz="1000">
                          <a:latin typeface="SoDo Sans" panose="00000500000000000000" pitchFamily="2" charset="0"/>
                          <a:ea typeface="SoDo Sans" panose="00000500000000000000" pitchFamily="2" charset="0"/>
                        </a:rPr>
                        <a:t>Frequency</a:t>
                      </a:r>
                    </a:p>
                  </a:txBody>
                  <a:tcPr anchor="ctr"/>
                </a:tc>
                <a:tc>
                  <a:txBody>
                    <a:bodyPr/>
                    <a:lstStyle/>
                    <a:p>
                      <a:r>
                        <a:rPr lang="en-US" sz="1000">
                          <a:latin typeface="SoDo Sans" panose="00000500000000000000" pitchFamily="2" charset="0"/>
                          <a:ea typeface="SoDo Sans" panose="00000500000000000000" pitchFamily="2" charset="0"/>
                        </a:rPr>
                        <a:t>Number of transactions</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extLst>
                  <a:ext uri="{0D108BD9-81ED-4DB2-BD59-A6C34878D82A}">
                    <a16:rowId xmlns:a16="http://schemas.microsoft.com/office/drawing/2014/main" val="2089455331"/>
                  </a:ext>
                </a:extLst>
              </a:tr>
              <a:tr h="294349">
                <a:tc>
                  <a:txBody>
                    <a:bodyPr/>
                    <a:lstStyle/>
                    <a:p>
                      <a:endParaRPr lang="en-US" sz="1000">
                        <a:latin typeface="SoDo Sans" panose="00000500000000000000" pitchFamily="2" charset="0"/>
                        <a:ea typeface="SoDo Sans" panose="00000500000000000000" pitchFamily="2" charset="0"/>
                      </a:endParaRPr>
                    </a:p>
                  </a:txBody>
                  <a:tcPr anchor="ctr"/>
                </a:tc>
                <a:tc>
                  <a:txBody>
                    <a:bodyPr/>
                    <a:lstStyle/>
                    <a:p>
                      <a:r>
                        <a:rPr lang="en-US" sz="1000">
                          <a:latin typeface="SoDo Sans" panose="00000500000000000000" pitchFamily="2" charset="0"/>
                          <a:ea typeface="SoDo Sans" panose="00000500000000000000" pitchFamily="2" charset="0"/>
                        </a:rPr>
                        <a:t>Number of days with a transaction</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extLst>
                  <a:ext uri="{0D108BD9-81ED-4DB2-BD59-A6C34878D82A}">
                    <a16:rowId xmlns:a16="http://schemas.microsoft.com/office/drawing/2014/main" val="1494474528"/>
                  </a:ext>
                </a:extLst>
              </a:tr>
              <a:tr h="294349">
                <a:tc>
                  <a:txBody>
                    <a:bodyPr/>
                    <a:lstStyle/>
                    <a:p>
                      <a:endParaRPr lang="en-US" sz="1000">
                        <a:latin typeface="SoDo Sans" panose="00000500000000000000" pitchFamily="2" charset="0"/>
                        <a:ea typeface="SoDo Sans" panose="00000500000000000000" pitchFamily="2" charset="0"/>
                      </a:endParaRPr>
                    </a:p>
                  </a:txBody>
                  <a:tcPr anchor="ctr"/>
                </a:tc>
                <a:tc>
                  <a:txBody>
                    <a:bodyPr/>
                    <a:lstStyle/>
                    <a:p>
                      <a:r>
                        <a:rPr lang="en-US" sz="1000">
                          <a:latin typeface="SoDo Sans" panose="00000500000000000000" pitchFamily="2" charset="0"/>
                          <a:ea typeface="SoDo Sans" panose="00000500000000000000" pitchFamily="2" charset="0"/>
                        </a:rPr>
                        <a:t>Number of weeks with a transaction</a:t>
                      </a:r>
                    </a:p>
                  </a:txBody>
                  <a:tcPr anchor="ctr"/>
                </a:tc>
                <a:tc>
                  <a:txBody>
                    <a:bodyPr/>
                    <a:lstStyle/>
                    <a:p>
                      <a:pPr algn="ctr"/>
                      <a:endParaRPr lang="en-US" sz="1000">
                        <a:latin typeface="SoDo Sans" panose="00000500000000000000" pitchFamily="2" charset="0"/>
                        <a:ea typeface="SoDo Sans" panose="00000500000000000000" pitchFamily="2" charset="0"/>
                      </a:endParaRP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extLst>
                  <a:ext uri="{0D108BD9-81ED-4DB2-BD59-A6C34878D82A}">
                    <a16:rowId xmlns:a16="http://schemas.microsoft.com/office/drawing/2014/main" val="4155504959"/>
                  </a:ext>
                </a:extLst>
              </a:tr>
              <a:tr h="294349">
                <a:tc>
                  <a:txBody>
                    <a:bodyPr/>
                    <a:lstStyle/>
                    <a:p>
                      <a:r>
                        <a:rPr lang="en-US" sz="1000">
                          <a:latin typeface="SoDo Sans" panose="00000500000000000000" pitchFamily="2" charset="0"/>
                          <a:ea typeface="SoDo Sans" panose="00000500000000000000" pitchFamily="2" charset="0"/>
                        </a:rPr>
                        <a:t>Monetary</a:t>
                      </a:r>
                    </a:p>
                  </a:txBody>
                  <a:tcPr anchor="ctr"/>
                </a:tc>
                <a:tc>
                  <a:txBody>
                    <a:bodyPr/>
                    <a:lstStyle/>
                    <a:p>
                      <a:r>
                        <a:rPr lang="en-US" sz="1000">
                          <a:latin typeface="SoDo Sans" panose="00000500000000000000" pitchFamily="2" charset="0"/>
                          <a:ea typeface="SoDo Sans" panose="00000500000000000000" pitchFamily="2" charset="0"/>
                          <a:cs typeface="+mn-lt"/>
                        </a:rPr>
                        <a:t>Average monthly net revenue </a:t>
                      </a:r>
                      <a:endParaRPr lang="en-US" sz="1000">
                        <a:latin typeface="SoDo Sans" panose="00000500000000000000" pitchFamily="2" charset="0"/>
                        <a:ea typeface="SoDo Sans" panose="00000500000000000000" pitchFamily="2" charset="0"/>
                      </a:endParaRP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extLst>
                  <a:ext uri="{0D108BD9-81ED-4DB2-BD59-A6C34878D82A}">
                    <a16:rowId xmlns:a16="http://schemas.microsoft.com/office/drawing/2014/main" val="4003182913"/>
                  </a:ext>
                </a:extLst>
              </a:tr>
              <a:tr h="294349">
                <a:tc>
                  <a:txBody>
                    <a:bodyPr/>
                    <a:lstStyle/>
                    <a:p>
                      <a:endParaRPr lang="en-US" sz="1000">
                        <a:latin typeface="SoDo Sans" panose="00000500000000000000" pitchFamily="2" charset="0"/>
                        <a:ea typeface="SoDo Sans" panose="00000500000000000000" pitchFamily="2" charset="0"/>
                      </a:endParaRPr>
                    </a:p>
                  </a:txBody>
                  <a:tcPr anchor="ctr"/>
                </a:tc>
                <a:tc>
                  <a:txBody>
                    <a:bodyPr/>
                    <a:lstStyle/>
                    <a:p>
                      <a:r>
                        <a:rPr lang="en-US" sz="1000">
                          <a:latin typeface="SoDo Sans" panose="00000500000000000000" pitchFamily="2" charset="0"/>
                          <a:ea typeface="SoDo Sans" panose="00000500000000000000" pitchFamily="2" charset="0"/>
                        </a:rPr>
                        <a:t>Log average monthly net revenue</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extLst>
                  <a:ext uri="{0D108BD9-81ED-4DB2-BD59-A6C34878D82A}">
                    <a16:rowId xmlns:a16="http://schemas.microsoft.com/office/drawing/2014/main" val="169144655"/>
                  </a:ext>
                </a:extLst>
              </a:tr>
              <a:tr h="294349">
                <a:tc>
                  <a:txBody>
                    <a:bodyPr/>
                    <a:lstStyle/>
                    <a:p>
                      <a:r>
                        <a:rPr lang="en-US" sz="1000">
                          <a:latin typeface="SoDo Sans" panose="00000500000000000000" pitchFamily="2" charset="0"/>
                          <a:ea typeface="SoDo Sans" panose="00000500000000000000" pitchFamily="2" charset="0"/>
                        </a:rPr>
                        <a:t>Momentum</a:t>
                      </a:r>
                    </a:p>
                  </a:txBody>
                  <a:tcPr anchor="ctr"/>
                </a:tc>
                <a:tc>
                  <a:txBody>
                    <a:bodyPr/>
                    <a:lstStyle/>
                    <a:p>
                      <a:r>
                        <a:rPr lang="en-US" sz="1000">
                          <a:latin typeface="SoDo Sans" panose="00000500000000000000" pitchFamily="2" charset="0"/>
                          <a:ea typeface="SoDo Sans" panose="00000500000000000000" pitchFamily="2" charset="0"/>
                        </a:rPr>
                        <a:t>\Delta of frequency</a:t>
                      </a:r>
                    </a:p>
                  </a:txBody>
                  <a:tcPr anchor="ctr"/>
                </a:tc>
                <a:tc>
                  <a:txBody>
                    <a:bodyPr/>
                    <a:lstStyle/>
                    <a:p>
                      <a:pPr algn="ctr"/>
                      <a:endParaRPr lang="en-US" sz="1000">
                        <a:latin typeface="SoDo Sans" panose="00000500000000000000" pitchFamily="2" charset="0"/>
                        <a:ea typeface="SoDo Sans" panose="00000500000000000000" pitchFamily="2" charset="0"/>
                      </a:endParaRPr>
                    </a:p>
                  </a:txBody>
                  <a:tcPr anchor="ctr"/>
                </a:tc>
                <a:tc>
                  <a:txBody>
                    <a:bodyPr/>
                    <a:lstStyle/>
                    <a:p>
                      <a:pPr algn="ctr"/>
                      <a:endParaRPr lang="en-US" sz="1000">
                        <a:latin typeface="SoDo Sans" panose="00000500000000000000" pitchFamily="2" charset="0"/>
                        <a:ea typeface="SoDo Sans" panose="00000500000000000000" pitchFamily="2" charset="0"/>
                      </a:endParaRPr>
                    </a:p>
                  </a:txBody>
                  <a:tcPr anchor="ctr"/>
                </a:tc>
                <a:tc>
                  <a:txBody>
                    <a:bodyPr/>
                    <a:lstStyle/>
                    <a:p>
                      <a:pPr algn="ctr"/>
                      <a:endParaRPr lang="en-US" sz="1000">
                        <a:latin typeface="SoDo Sans" panose="00000500000000000000" pitchFamily="2" charset="0"/>
                        <a:ea typeface="SoDo Sans" panose="00000500000000000000" pitchFamily="2" charset="0"/>
                      </a:endParaRPr>
                    </a:p>
                  </a:txBody>
                  <a:tcPr anchor="ctr"/>
                </a:tc>
                <a:tc>
                  <a:txBody>
                    <a:bodyPr/>
                    <a:lstStyle/>
                    <a:p>
                      <a:pPr algn="ctr"/>
                      <a:endParaRPr lang="en-US" sz="1000">
                        <a:latin typeface="SoDo Sans" panose="00000500000000000000" pitchFamily="2" charset="0"/>
                        <a:ea typeface="SoDo Sans" panose="00000500000000000000" pitchFamily="2" charset="0"/>
                      </a:endParaRPr>
                    </a:p>
                  </a:txBody>
                  <a:tcPr anchor="ctr"/>
                </a:tc>
                <a:extLst>
                  <a:ext uri="{0D108BD9-81ED-4DB2-BD59-A6C34878D82A}">
                    <a16:rowId xmlns:a16="http://schemas.microsoft.com/office/drawing/2014/main" val="3025277788"/>
                  </a:ext>
                </a:extLst>
              </a:tr>
              <a:tr h="314510">
                <a:tc>
                  <a:txBody>
                    <a:bodyPr/>
                    <a:lstStyle/>
                    <a:p>
                      <a:r>
                        <a:rPr lang="en-US" sz="1000">
                          <a:latin typeface="SoDo Sans" panose="00000500000000000000" pitchFamily="2" charset="0"/>
                          <a:ea typeface="SoDo Sans" panose="00000500000000000000" pitchFamily="2" charset="0"/>
                        </a:rPr>
                        <a:t>Consistency</a:t>
                      </a:r>
                    </a:p>
                  </a:txBody>
                  <a:tcPr anchor="ctr"/>
                </a:tc>
                <a:tc>
                  <a:txBody>
                    <a:bodyPr/>
                    <a:lstStyle/>
                    <a:p>
                      <a:r>
                        <a:rPr lang="en-US" sz="1000">
                          <a:latin typeface="SoDo Sans"/>
                          <a:ea typeface="SoDo Sans" panose="00000500000000000000" pitchFamily="2" charset="0"/>
                          <a:cs typeface="+mn-lt"/>
                        </a:rPr>
                        <a:t>1/(1+CV), CV= coefficient of variation of inter purchase dates</a:t>
                      </a:r>
                      <a:endParaRPr lang="en-US" sz="1000">
                        <a:latin typeface="SoDo Sans"/>
                        <a:ea typeface="SoDo Sans" panose="00000500000000000000" pitchFamily="2" charset="0"/>
                      </a:endParaRPr>
                    </a:p>
                  </a:txBody>
                  <a:tcPr anchor="ctr"/>
                </a:tc>
                <a:tc>
                  <a:txBody>
                    <a:bodyPr/>
                    <a:lstStyle/>
                    <a:p>
                      <a:pPr algn="ctr"/>
                      <a:endParaRPr lang="en-US" sz="1000">
                        <a:latin typeface="SoDo Sans" panose="00000500000000000000" pitchFamily="2" charset="0"/>
                        <a:ea typeface="SoDo Sans" panose="00000500000000000000" pitchFamily="2" charset="0"/>
                      </a:endParaRP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extLst>
                  <a:ext uri="{0D108BD9-81ED-4DB2-BD59-A6C34878D82A}">
                    <a16:rowId xmlns:a16="http://schemas.microsoft.com/office/drawing/2014/main" val="1760083210"/>
                  </a:ext>
                </a:extLst>
              </a:tr>
              <a:tr h="435475">
                <a:tc>
                  <a:txBody>
                    <a:bodyPr/>
                    <a:lstStyle/>
                    <a:p>
                      <a:endParaRPr lang="en-US" sz="1000">
                        <a:latin typeface="SoDo Sans" panose="00000500000000000000" pitchFamily="2" charset="0"/>
                        <a:ea typeface="SoDo Sans" panose="00000500000000000000" pitchFamily="2" charset="0"/>
                      </a:endParaRPr>
                    </a:p>
                  </a:txBody>
                  <a:tcPr anchor="ctr"/>
                </a:tc>
                <a:tc>
                  <a:txBody>
                    <a:bodyPr/>
                    <a:lstStyle/>
                    <a:p>
                      <a:r>
                        <a:rPr lang="en-US" sz="1000" b="0" i="0" kern="1200">
                          <a:solidFill>
                            <a:schemeClr val="dk1"/>
                          </a:solidFill>
                          <a:effectLst/>
                          <a:latin typeface="SoDo Sans" panose="00000500000000000000" pitchFamily="2" charset="0"/>
                          <a:ea typeface="SoDo Sans" panose="00000500000000000000" pitchFamily="2" charset="0"/>
                          <a:cs typeface="+mn-cs"/>
                        </a:rPr>
                        <a:t>Entropy = SUM(x * LN(x)) where x = </a:t>
                      </a:r>
                      <a:r>
                        <a:rPr lang="en-US" sz="1000" b="0" i="0" kern="1200" err="1">
                          <a:solidFill>
                            <a:schemeClr val="dk1"/>
                          </a:solidFill>
                          <a:effectLst/>
                          <a:latin typeface="SoDo Sans" panose="00000500000000000000" pitchFamily="2" charset="0"/>
                          <a:ea typeface="SoDo Sans" panose="00000500000000000000" pitchFamily="2" charset="0"/>
                          <a:cs typeface="+mn-cs"/>
                        </a:rPr>
                        <a:t>day_diff</a:t>
                      </a:r>
                      <a:r>
                        <a:rPr lang="en-US" sz="1000" b="0" i="0" kern="1200">
                          <a:solidFill>
                            <a:schemeClr val="dk1"/>
                          </a:solidFill>
                          <a:effectLst/>
                          <a:latin typeface="SoDo Sans" panose="00000500000000000000" pitchFamily="2" charset="0"/>
                          <a:ea typeface="SoDo Sans" panose="00000500000000000000" pitchFamily="2" charset="0"/>
                          <a:cs typeface="+mn-cs"/>
                        </a:rPr>
                        <a:t> / SUM(</a:t>
                      </a:r>
                      <a:r>
                        <a:rPr lang="en-US" sz="1000" b="0" i="0" kern="1200" err="1">
                          <a:solidFill>
                            <a:schemeClr val="dk1"/>
                          </a:solidFill>
                          <a:effectLst/>
                          <a:latin typeface="SoDo Sans" panose="00000500000000000000" pitchFamily="2" charset="0"/>
                          <a:ea typeface="SoDo Sans" panose="00000500000000000000" pitchFamily="2" charset="0"/>
                          <a:cs typeface="+mn-cs"/>
                        </a:rPr>
                        <a:t>day_diff</a:t>
                      </a:r>
                      <a:r>
                        <a:rPr lang="en-US" sz="1000" b="0" i="0" kern="1200">
                          <a:solidFill>
                            <a:schemeClr val="dk1"/>
                          </a:solidFill>
                          <a:effectLst/>
                          <a:latin typeface="SoDo Sans" panose="00000500000000000000" pitchFamily="2" charset="0"/>
                          <a:ea typeface="SoDo Sans" panose="00000500000000000000" pitchFamily="2" charset="0"/>
                          <a:cs typeface="+mn-cs"/>
                        </a:rPr>
                        <a:t>) per customer. Higher entropy → more evenly spaced transactions.</a:t>
                      </a:r>
                      <a:endParaRPr lang="en-US" sz="1000">
                        <a:latin typeface="SoDo Sans" panose="00000500000000000000" pitchFamily="2" charset="0"/>
                        <a:ea typeface="SoDo Sans" panose="00000500000000000000" pitchFamily="2" charset="0"/>
                      </a:endParaRPr>
                    </a:p>
                  </a:txBody>
                  <a:tcPr anchor="ctr"/>
                </a:tc>
                <a:tc>
                  <a:txBody>
                    <a:bodyPr/>
                    <a:lstStyle/>
                    <a:p>
                      <a:pPr algn="ctr"/>
                      <a:endParaRPr lang="en-US" sz="1000">
                        <a:latin typeface="SoDo Sans" panose="00000500000000000000" pitchFamily="2" charset="0"/>
                        <a:ea typeface="SoDo Sans" panose="00000500000000000000" pitchFamily="2" charset="0"/>
                      </a:endParaRP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extLst>
                  <a:ext uri="{0D108BD9-81ED-4DB2-BD59-A6C34878D82A}">
                    <a16:rowId xmlns:a16="http://schemas.microsoft.com/office/drawing/2014/main" val="1442715378"/>
                  </a:ext>
                </a:extLst>
              </a:tr>
              <a:tr h="314510">
                <a:tc>
                  <a:txBody>
                    <a:bodyPr/>
                    <a:lstStyle/>
                    <a:p>
                      <a:endParaRPr lang="en-US" sz="1000">
                        <a:latin typeface="SoDo Sans" panose="00000500000000000000" pitchFamily="2" charset="0"/>
                        <a:ea typeface="SoDo Sans" panose="00000500000000000000" pitchFamily="2" charset="0"/>
                      </a:endParaRPr>
                    </a:p>
                  </a:txBody>
                  <a:tcPr anchor="ctr"/>
                </a:tc>
                <a:tc>
                  <a:txBody>
                    <a:bodyPr/>
                    <a:lstStyle/>
                    <a:p>
                      <a:r>
                        <a:rPr lang="en-US" sz="1000" b="0" i="0" kern="1200" err="1">
                          <a:solidFill>
                            <a:schemeClr val="dk1"/>
                          </a:solidFill>
                          <a:effectLst/>
                          <a:latin typeface="SoDo Sans" panose="00000500000000000000" pitchFamily="2" charset="0"/>
                          <a:ea typeface="SoDo Sans" panose="00000500000000000000" pitchFamily="2" charset="0"/>
                          <a:cs typeface="+mn-cs"/>
                        </a:rPr>
                        <a:t>second_moment</a:t>
                      </a:r>
                      <a:r>
                        <a:rPr lang="en-US" sz="1000" b="0" i="0" kern="1200">
                          <a:solidFill>
                            <a:schemeClr val="dk1"/>
                          </a:solidFill>
                          <a:effectLst/>
                          <a:latin typeface="SoDo Sans" panose="00000500000000000000" pitchFamily="2" charset="0"/>
                          <a:ea typeface="SoDo Sans" panose="00000500000000000000" pitchFamily="2" charset="0"/>
                          <a:cs typeface="+mn-cs"/>
                        </a:rPr>
                        <a:t> = Second moment of the gap distribution</a:t>
                      </a:r>
                      <a:endParaRPr lang="en-US" sz="1000">
                        <a:latin typeface="SoDo Sans" panose="00000500000000000000" pitchFamily="2" charset="0"/>
                        <a:ea typeface="SoDo Sans" panose="00000500000000000000" pitchFamily="2" charset="0"/>
                      </a:endParaRPr>
                    </a:p>
                  </a:txBody>
                  <a:tcPr anchor="ctr"/>
                </a:tc>
                <a:tc>
                  <a:txBody>
                    <a:bodyPr/>
                    <a:lstStyle/>
                    <a:p>
                      <a:pPr algn="ctr"/>
                      <a:endParaRPr lang="en-US" sz="1000">
                        <a:latin typeface="SoDo Sans" panose="00000500000000000000" pitchFamily="2" charset="0"/>
                        <a:ea typeface="SoDo Sans" panose="00000500000000000000" pitchFamily="2" charset="0"/>
                      </a:endParaRP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extLst>
                  <a:ext uri="{0D108BD9-81ED-4DB2-BD59-A6C34878D82A}">
                    <a16:rowId xmlns:a16="http://schemas.microsoft.com/office/drawing/2014/main" val="3970222538"/>
                  </a:ext>
                </a:extLst>
              </a:tr>
              <a:tr h="314510">
                <a:tc>
                  <a:txBody>
                    <a:bodyPr/>
                    <a:lstStyle/>
                    <a:p>
                      <a:endParaRPr lang="en-US" sz="1000">
                        <a:latin typeface="SoDo Sans" panose="00000500000000000000" pitchFamily="2" charset="0"/>
                        <a:ea typeface="SoDo Sans" panose="00000500000000000000" pitchFamily="2" charset="0"/>
                      </a:endParaRPr>
                    </a:p>
                  </a:txBody>
                  <a:tcPr anchor="ctr"/>
                </a:tc>
                <a:tc>
                  <a:txBody>
                    <a:bodyPr/>
                    <a:lstStyle/>
                    <a:p>
                      <a:r>
                        <a:rPr lang="en-US" sz="1000" b="0" i="0" kern="1200" err="1">
                          <a:solidFill>
                            <a:schemeClr val="dk1"/>
                          </a:solidFill>
                          <a:effectLst/>
                          <a:latin typeface="SoDo Sans" panose="00000500000000000000" pitchFamily="2" charset="0"/>
                          <a:ea typeface="SoDo Sans" panose="00000500000000000000" pitchFamily="2" charset="0"/>
                          <a:cs typeface="+mn-cs"/>
                        </a:rPr>
                        <a:t>log_utility</a:t>
                      </a:r>
                      <a:r>
                        <a:rPr lang="en-US" sz="1000" b="0" i="0" kern="1200">
                          <a:solidFill>
                            <a:schemeClr val="dk1"/>
                          </a:solidFill>
                          <a:effectLst/>
                          <a:latin typeface="SoDo Sans" panose="00000500000000000000" pitchFamily="2" charset="0"/>
                          <a:ea typeface="SoDo Sans" panose="00000500000000000000" pitchFamily="2" charset="0"/>
                          <a:cs typeface="+mn-cs"/>
                        </a:rPr>
                        <a:t> = Log utility of the gap distribution: SUM(LN(x))</a:t>
                      </a:r>
                      <a:endParaRPr lang="en-US" sz="1000">
                        <a:latin typeface="SoDo Sans" panose="00000500000000000000" pitchFamily="2" charset="0"/>
                        <a:ea typeface="SoDo Sans" panose="00000500000000000000" pitchFamily="2" charset="0"/>
                      </a:endParaRPr>
                    </a:p>
                  </a:txBody>
                  <a:tcPr anchor="ctr"/>
                </a:tc>
                <a:tc>
                  <a:txBody>
                    <a:bodyPr/>
                    <a:lstStyle/>
                    <a:p>
                      <a:pPr algn="ctr"/>
                      <a:endParaRPr lang="en-US" sz="1000">
                        <a:latin typeface="SoDo Sans" panose="00000500000000000000" pitchFamily="2" charset="0"/>
                        <a:ea typeface="SoDo Sans" panose="00000500000000000000" pitchFamily="2" charset="0"/>
                      </a:endParaRP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tc>
                  <a:txBody>
                    <a:bodyPr/>
                    <a:lstStyle/>
                    <a:p>
                      <a:pPr algn="ctr"/>
                      <a:r>
                        <a:rPr lang="en-US" sz="1000">
                          <a:latin typeface="SoDo Sans" panose="00000500000000000000" pitchFamily="2" charset="0"/>
                          <a:ea typeface="SoDo Sans" panose="00000500000000000000" pitchFamily="2" charset="0"/>
                        </a:rPr>
                        <a:t>X</a:t>
                      </a:r>
                    </a:p>
                  </a:txBody>
                  <a:tcPr anchor="ctr"/>
                </a:tc>
                <a:extLst>
                  <a:ext uri="{0D108BD9-81ED-4DB2-BD59-A6C34878D82A}">
                    <a16:rowId xmlns:a16="http://schemas.microsoft.com/office/drawing/2014/main" val="3912800184"/>
                  </a:ext>
                </a:extLst>
              </a:tr>
            </a:tbl>
          </a:graphicData>
        </a:graphic>
      </p:graphicFrame>
    </p:spTree>
    <p:extLst>
      <p:ext uri="{BB962C8B-B14F-4D97-AF65-F5344CB8AC3E}">
        <p14:creationId xmlns:p14="http://schemas.microsoft.com/office/powerpoint/2010/main" val="1281024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CCDCD-492B-B8F1-B251-404CD3D2E97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675B9F3-F05E-D5AF-CC11-700AB32E5333}"/>
              </a:ext>
            </a:extLst>
          </p:cNvPr>
          <p:cNvSpPr>
            <a:spLocks noGrp="1"/>
          </p:cNvSpPr>
          <p:nvPr>
            <p:ph type="body" sz="quarter" idx="12"/>
          </p:nvPr>
        </p:nvSpPr>
        <p:spPr/>
        <p:txBody>
          <a:bodyPr lIns="0" tIns="45720" rIns="91440" bIns="45720" anchor="t"/>
          <a:lstStyle/>
          <a:p>
            <a:r>
              <a:rPr lang="en-US" sz="5950">
                <a:latin typeface="SoDo Sans"/>
              </a:rPr>
              <a:t>Insights into RFMC Features</a:t>
            </a:r>
            <a:endParaRPr lang="en-US" sz="5950"/>
          </a:p>
        </p:txBody>
      </p:sp>
    </p:spTree>
    <p:extLst>
      <p:ext uri="{BB962C8B-B14F-4D97-AF65-F5344CB8AC3E}">
        <p14:creationId xmlns:p14="http://schemas.microsoft.com/office/powerpoint/2010/main" val="2275544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E813ED-94D4-7B58-2F5E-6647E45285D0}"/>
              </a:ext>
            </a:extLst>
          </p:cNvPr>
          <p:cNvSpPr txBox="1"/>
          <p:nvPr/>
        </p:nvSpPr>
        <p:spPr>
          <a:xfrm>
            <a:off x="3031067" y="1981082"/>
            <a:ext cx="6145899" cy="24300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b="1">
                <a:latin typeface="SoDo Sans" panose="00000500000000000000" pitchFamily="2" charset="0"/>
                <a:ea typeface="SoDo Sans" panose="00000500000000000000" pitchFamily="2" charset="0"/>
                <a:cs typeface="Calibri"/>
              </a:rPr>
              <a:t>Value Exploratory data analysis</a:t>
            </a:r>
            <a:r>
              <a:rPr lang="en-US">
                <a:latin typeface="SoDo Sans" panose="00000500000000000000" pitchFamily="2" charset="0"/>
                <a:ea typeface="SoDo Sans" panose="00000500000000000000" pitchFamily="2" charset="0"/>
                <a:cs typeface="Calibri"/>
              </a:rPr>
              <a:t>.</a:t>
            </a:r>
          </a:p>
          <a:p>
            <a:endParaRPr lang="en-US">
              <a:latin typeface="SoDo Sans" panose="00000500000000000000" pitchFamily="2" charset="0"/>
              <a:ea typeface="SoDo Sans" panose="00000500000000000000" pitchFamily="2" charset="0"/>
              <a:cs typeface="Calibri"/>
            </a:endParaRPr>
          </a:p>
          <a:p>
            <a:r>
              <a:rPr lang="en-US">
                <a:latin typeface="SoDo Sans"/>
                <a:ea typeface="SoDo Sans" panose="00000500000000000000" pitchFamily="2" charset="0"/>
                <a:cs typeface="Calibri"/>
              </a:rPr>
              <a:t>Goal: identify which </a:t>
            </a:r>
            <a:r>
              <a:rPr lang="en-US" b="1">
                <a:latin typeface="SoDo Sans"/>
                <a:ea typeface="SoDo Sans" panose="00000500000000000000" pitchFamily="2" charset="0"/>
                <a:cs typeface="Calibri"/>
              </a:rPr>
              <a:t>transactional </a:t>
            </a:r>
            <a:r>
              <a:rPr lang="en-US">
                <a:latin typeface="SoDo Sans"/>
                <a:ea typeface="SoDo Sans" panose="00000500000000000000" pitchFamily="2" charset="0"/>
                <a:cs typeface="Calibri"/>
              </a:rPr>
              <a:t>features are best to include in the States Definition.</a:t>
            </a:r>
            <a:br>
              <a:rPr lang="en-US">
                <a:latin typeface="SoDo Sans" panose="00000500000000000000" pitchFamily="2" charset="0"/>
                <a:ea typeface="SoDo Sans" panose="00000500000000000000" pitchFamily="2" charset="0"/>
                <a:cs typeface="Calibri"/>
              </a:rPr>
            </a:br>
            <a:endParaRPr lang="en-US">
              <a:latin typeface="SoDo Sans" panose="00000500000000000000" pitchFamily="2" charset="0"/>
              <a:ea typeface="SoDo Sans" panose="00000500000000000000" pitchFamily="2" charset="0"/>
              <a:cs typeface="Calibri"/>
            </a:endParaRPr>
          </a:p>
          <a:p>
            <a:pPr marL="285750" indent="-285750">
              <a:buFont typeface="Arial" panose="020B0604020202020204" pitchFamily="34" charset="0"/>
              <a:buChar char="•"/>
            </a:pPr>
            <a:r>
              <a:rPr lang="en-US" b="1">
                <a:solidFill>
                  <a:schemeClr val="accent4">
                    <a:lumMod val="50000"/>
                  </a:schemeClr>
                </a:solidFill>
                <a:latin typeface="SoDo Sans" panose="00000500000000000000" pitchFamily="2" charset="0"/>
                <a:ea typeface="SoDo Sans" panose="00000500000000000000" pitchFamily="2" charset="0"/>
                <a:cs typeface="Calibri"/>
              </a:rPr>
              <a:t>Intuitive</a:t>
            </a:r>
            <a:r>
              <a:rPr lang="en-US">
                <a:latin typeface="SoDo Sans" panose="00000500000000000000" pitchFamily="2" charset="0"/>
                <a:ea typeface="SoDo Sans" panose="00000500000000000000" pitchFamily="2" charset="0"/>
                <a:cs typeface="Calibri"/>
              </a:rPr>
              <a:t> – explainable</a:t>
            </a:r>
          </a:p>
          <a:p>
            <a:pPr marL="285750" indent="-285750">
              <a:buFont typeface="Arial" panose="020B0604020202020204" pitchFamily="34" charset="0"/>
              <a:buChar char="•"/>
            </a:pPr>
            <a:r>
              <a:rPr lang="en-US" b="1">
                <a:solidFill>
                  <a:schemeClr val="accent4">
                    <a:lumMod val="50000"/>
                  </a:schemeClr>
                </a:solidFill>
                <a:latin typeface="SoDo Sans" panose="00000500000000000000" pitchFamily="2" charset="0"/>
                <a:ea typeface="SoDo Sans" panose="00000500000000000000" pitchFamily="2" charset="0"/>
                <a:cs typeface="Calibri"/>
              </a:rPr>
              <a:t>Predictive</a:t>
            </a:r>
            <a:r>
              <a:rPr lang="en-US">
                <a:latin typeface="SoDo Sans" panose="00000500000000000000" pitchFamily="2" charset="0"/>
                <a:ea typeface="SoDo Sans" panose="00000500000000000000" pitchFamily="2" charset="0"/>
                <a:cs typeface="Calibri"/>
              </a:rPr>
              <a:t> – predict future transactions</a:t>
            </a:r>
          </a:p>
          <a:p>
            <a:pPr marL="285750" indent="-285750">
              <a:buFont typeface="Arial" panose="020B0604020202020204" pitchFamily="34" charset="0"/>
              <a:buChar char="•"/>
            </a:pPr>
            <a:r>
              <a:rPr lang="en-US" b="1">
                <a:solidFill>
                  <a:schemeClr val="accent4">
                    <a:lumMod val="50000"/>
                  </a:schemeClr>
                </a:solidFill>
                <a:latin typeface="SoDo Sans" panose="00000500000000000000" pitchFamily="2" charset="0"/>
                <a:ea typeface="SoDo Sans" panose="00000500000000000000" pitchFamily="2" charset="0"/>
                <a:cs typeface="Calibri"/>
              </a:rPr>
              <a:t>Simple</a:t>
            </a:r>
            <a:r>
              <a:rPr lang="en-US">
                <a:latin typeface="SoDo Sans" panose="00000500000000000000" pitchFamily="2" charset="0"/>
                <a:ea typeface="SoDo Sans" panose="00000500000000000000" pitchFamily="2" charset="0"/>
                <a:cs typeface="Calibri"/>
              </a:rPr>
              <a:t> – include less than 3</a:t>
            </a:r>
          </a:p>
          <a:p>
            <a:endParaRPr lang="en-US">
              <a:latin typeface="SoDo Sans" panose="00000500000000000000" pitchFamily="2" charset="0"/>
              <a:ea typeface="SoDo Sans" panose="00000500000000000000" pitchFamily="2" charset="0"/>
              <a:cs typeface="Calibri"/>
            </a:endParaRPr>
          </a:p>
        </p:txBody>
      </p:sp>
      <p:sp>
        <p:nvSpPr>
          <p:cNvPr id="6" name="Text Placeholder 5">
            <a:extLst>
              <a:ext uri="{FF2B5EF4-FFF2-40B4-BE49-F238E27FC236}">
                <a16:creationId xmlns:a16="http://schemas.microsoft.com/office/drawing/2014/main" id="{E5D82CD4-4882-2740-0B1A-9B03A9320C28}"/>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403608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1FD289-7B12-015B-FA69-DDE4CEEF8D29}"/>
              </a:ext>
            </a:extLst>
          </p:cNvPr>
          <p:cNvSpPr txBox="1"/>
          <p:nvPr/>
        </p:nvSpPr>
        <p:spPr>
          <a:xfrm>
            <a:off x="1083733" y="880414"/>
            <a:ext cx="9592733" cy="24300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b="1">
                <a:latin typeface="SoDo Sans"/>
                <a:ea typeface="SoDo Sans" panose="00000500000000000000" pitchFamily="2" charset="0"/>
                <a:cs typeface="Calibri"/>
              </a:rPr>
              <a:t>Study Design</a:t>
            </a:r>
            <a:endParaRPr lang="en-US">
              <a:latin typeface="SoDo Sans"/>
              <a:ea typeface="SoDo Sans" panose="00000500000000000000" pitchFamily="2" charset="0"/>
              <a:cs typeface="Calibri"/>
            </a:endParaRPr>
          </a:p>
          <a:p>
            <a:endParaRPr lang="en-US">
              <a:latin typeface="SoDo Sans" panose="00000500000000000000" pitchFamily="2" charset="0"/>
              <a:ea typeface="SoDo Sans" panose="00000500000000000000" pitchFamily="2" charset="0"/>
              <a:cs typeface="Calibri"/>
            </a:endParaRPr>
          </a:p>
          <a:p>
            <a:pPr marL="285750" indent="-285750">
              <a:buFont typeface="Arial"/>
              <a:buChar char="•"/>
            </a:pPr>
            <a:r>
              <a:rPr lang="en-US">
                <a:latin typeface="SoDo Sans"/>
                <a:ea typeface="SoDo Sans" panose="00000500000000000000" pitchFamily="2" charset="0"/>
                <a:cs typeface="Calibri"/>
              </a:rPr>
              <a:t>Use feature engineering and selection to find best subset of possible </a:t>
            </a:r>
            <a:r>
              <a:rPr lang="en-US" b="1">
                <a:latin typeface="SoDo Sans"/>
                <a:ea typeface="SoDo Sans" panose="00000500000000000000" pitchFamily="2" charset="0"/>
                <a:cs typeface="Calibri"/>
              </a:rPr>
              <a:t>transactional </a:t>
            </a:r>
            <a:r>
              <a:rPr lang="en-US">
                <a:latin typeface="SoDo Sans"/>
                <a:ea typeface="SoDo Sans" panose="00000500000000000000" pitchFamily="2" charset="0"/>
                <a:cs typeface="Calibri"/>
              </a:rPr>
              <a:t>features.</a:t>
            </a:r>
          </a:p>
          <a:p>
            <a:pPr marL="742950" lvl="1" indent="-285750">
              <a:buFont typeface="Courier New"/>
              <a:buChar char="o"/>
            </a:pPr>
            <a:r>
              <a:rPr lang="en-US">
                <a:latin typeface="SoDo Sans"/>
                <a:ea typeface="SoDo Sans" panose="00000500000000000000" pitchFamily="2" charset="0"/>
                <a:cs typeface="Calibri"/>
              </a:rPr>
              <a:t>Keep the potential features to a minimum</a:t>
            </a:r>
          </a:p>
          <a:p>
            <a:endParaRPr lang="en-US">
              <a:latin typeface="SoDo Sans" panose="00000500000000000000" pitchFamily="2" charset="0"/>
              <a:ea typeface="SoDo Sans" panose="00000500000000000000" pitchFamily="2" charset="0"/>
              <a:cs typeface="Calibri"/>
            </a:endParaRPr>
          </a:p>
          <a:p>
            <a:pPr marL="285750" indent="-285750">
              <a:buFont typeface="Arial"/>
              <a:buChar char="•"/>
            </a:pPr>
            <a:r>
              <a:rPr lang="en-US" i="1">
                <a:latin typeface="SoDo Sans" panose="00000500000000000000" pitchFamily="2" charset="0"/>
                <a:ea typeface="SoDo Sans" panose="00000500000000000000" pitchFamily="2" charset="0"/>
                <a:cs typeface="Calibri"/>
              </a:rPr>
              <a:t>Average monthly spend </a:t>
            </a:r>
            <a:r>
              <a:rPr lang="en-US">
                <a:latin typeface="SoDo Sans" panose="00000500000000000000" pitchFamily="2" charset="0"/>
                <a:ea typeface="SoDo Sans" panose="00000500000000000000" pitchFamily="2" charset="0"/>
                <a:cs typeface="Calibri"/>
              </a:rPr>
              <a:t>(Net discounted revenue) for 3 months as target. Log transformed.</a:t>
            </a:r>
          </a:p>
          <a:p>
            <a:endParaRPr lang="en-US">
              <a:latin typeface="SoDo Sans" panose="00000500000000000000" pitchFamily="2" charset="0"/>
              <a:ea typeface="SoDo Sans" panose="00000500000000000000" pitchFamily="2" charset="0"/>
              <a:cs typeface="Calibri"/>
            </a:endParaRPr>
          </a:p>
          <a:p>
            <a:pPr marL="285750" indent="-285750">
              <a:buFont typeface="Arial" panose="020B0604020202020204" pitchFamily="34" charset="0"/>
              <a:buChar char="•"/>
            </a:pPr>
            <a:r>
              <a:rPr lang="en-US">
                <a:latin typeface="SoDo Sans" panose="00000500000000000000" pitchFamily="2" charset="0"/>
                <a:ea typeface="SoDo Sans" panose="00000500000000000000" pitchFamily="2" charset="0"/>
                <a:cs typeface="Calibri"/>
              </a:rPr>
              <a:t>Target period:  March – May 2026</a:t>
            </a:r>
          </a:p>
          <a:p>
            <a:pPr marL="285750" indent="-285750">
              <a:buFont typeface="Arial" panose="020B0604020202020204" pitchFamily="34" charset="0"/>
              <a:buChar char="•"/>
            </a:pPr>
            <a:r>
              <a:rPr lang="en-US">
                <a:latin typeface="SoDo Sans"/>
                <a:ea typeface="SoDo Sans" panose="00000500000000000000" pitchFamily="2" charset="0"/>
                <a:cs typeface="Calibri"/>
              </a:rPr>
              <a:t>Feature period:  June, 2025 – Feb, 2026 (lookback window)</a:t>
            </a:r>
          </a:p>
          <a:p>
            <a:pPr marL="285750" indent="-285750">
              <a:buFont typeface="Arial" panose="020B0604020202020204" pitchFamily="34" charset="0"/>
              <a:buChar char="•"/>
            </a:pPr>
            <a:endParaRPr lang="en-US">
              <a:latin typeface="SoDo Sans" panose="00000500000000000000" pitchFamily="2" charset="0"/>
              <a:ea typeface="SoDo Sans" panose="00000500000000000000" pitchFamily="2" charset="0"/>
              <a:cs typeface="Calibri"/>
            </a:endParaRPr>
          </a:p>
          <a:p>
            <a:r>
              <a:rPr lang="en-US">
                <a:latin typeface="SoDo Sans" panose="00000500000000000000" pitchFamily="2" charset="0"/>
                <a:ea typeface="SoDo Sans" panose="00000500000000000000" pitchFamily="2" charset="0"/>
                <a:cs typeface="Calibri"/>
              </a:rPr>
              <a:t>Random Sample of 500K customers to train.</a:t>
            </a:r>
          </a:p>
          <a:p>
            <a:endParaRPr lang="en-US">
              <a:latin typeface="SoDo Sans" panose="00000500000000000000" pitchFamily="2" charset="0"/>
              <a:ea typeface="SoDo Sans" panose="00000500000000000000" pitchFamily="2" charset="0"/>
              <a:cs typeface="Calibri"/>
            </a:endParaRPr>
          </a:p>
          <a:p>
            <a:r>
              <a:rPr lang="en-US">
                <a:latin typeface="SoDo Sans" panose="00000500000000000000" pitchFamily="2" charset="0"/>
                <a:ea typeface="SoDo Sans" panose="00000500000000000000" pitchFamily="2" charset="0"/>
                <a:cs typeface="Calibri"/>
              </a:rPr>
              <a:t>Three models used to evaluate feature importance:</a:t>
            </a:r>
          </a:p>
          <a:p>
            <a:pPr marL="285750" indent="-285750">
              <a:buFont typeface="Arial" panose="020B0604020202020204" pitchFamily="34" charset="0"/>
              <a:buChar char="•"/>
            </a:pPr>
            <a:r>
              <a:rPr lang="en-US">
                <a:latin typeface="SoDo Sans" panose="00000500000000000000" pitchFamily="2" charset="0"/>
                <a:ea typeface="SoDo Sans" panose="00000500000000000000" pitchFamily="2" charset="0"/>
                <a:cs typeface="Calibri"/>
              </a:rPr>
              <a:t>Random Forest</a:t>
            </a:r>
          </a:p>
          <a:p>
            <a:pPr marL="285750" indent="-285750">
              <a:buFont typeface="Arial" panose="020B0604020202020204" pitchFamily="34" charset="0"/>
              <a:buChar char="•"/>
            </a:pPr>
            <a:r>
              <a:rPr lang="en-US">
                <a:latin typeface="SoDo Sans" panose="00000500000000000000" pitchFamily="2" charset="0"/>
                <a:ea typeface="SoDo Sans" panose="00000500000000000000" pitchFamily="2" charset="0"/>
                <a:cs typeface="Calibri"/>
              </a:rPr>
              <a:t>Ridge regression</a:t>
            </a:r>
          </a:p>
          <a:p>
            <a:pPr marL="285750" indent="-285750">
              <a:buFont typeface="Arial" panose="020B0604020202020204" pitchFamily="34" charset="0"/>
              <a:buChar char="•"/>
            </a:pPr>
            <a:r>
              <a:rPr lang="en-US">
                <a:latin typeface="SoDo Sans"/>
                <a:ea typeface="SoDo Sans" panose="00000500000000000000" pitchFamily="2" charset="0"/>
                <a:cs typeface="Calibri"/>
              </a:rPr>
              <a:t>Forward / backward selection (linear regression)</a:t>
            </a:r>
          </a:p>
          <a:p>
            <a:pPr marL="285750" indent="-285750">
              <a:buFont typeface="Arial" panose="020B0604020202020204" pitchFamily="34" charset="0"/>
              <a:buChar char="•"/>
            </a:pPr>
            <a:r>
              <a:rPr lang="en-US">
                <a:latin typeface="SoDo Sans" panose="00000500000000000000" pitchFamily="2" charset="0"/>
                <a:ea typeface="SoDo Sans" panose="00000500000000000000" pitchFamily="2" charset="0"/>
                <a:cs typeface="Calibri"/>
              </a:rPr>
              <a:t>Gradient boosted machines with Shapely Values</a:t>
            </a:r>
          </a:p>
          <a:p>
            <a:pPr marL="285750" indent="-285750">
              <a:buFont typeface="Arial" panose="020B0604020202020204" pitchFamily="34" charset="0"/>
              <a:buChar char="•"/>
            </a:pPr>
            <a:endParaRPr lang="en-US">
              <a:latin typeface="SoDo Sans" panose="00000500000000000000" pitchFamily="2" charset="0"/>
              <a:ea typeface="SoDo Sans" panose="00000500000000000000" pitchFamily="2" charset="0"/>
              <a:cs typeface="Calibri"/>
            </a:endParaRPr>
          </a:p>
          <a:p>
            <a:endParaRPr lang="en-US">
              <a:latin typeface="SoDo Sans" panose="00000500000000000000" pitchFamily="2" charset="0"/>
              <a:ea typeface="SoDo Sans" panose="00000500000000000000" pitchFamily="2" charset="0"/>
              <a:cs typeface="Calibri"/>
            </a:endParaRPr>
          </a:p>
          <a:p>
            <a:endParaRPr lang="en-US">
              <a:latin typeface="SoDo Sans" panose="00000500000000000000" pitchFamily="2" charset="0"/>
              <a:ea typeface="SoDo Sans" panose="00000500000000000000" pitchFamily="2" charset="0"/>
              <a:cs typeface="Calibri"/>
            </a:endParaRPr>
          </a:p>
          <a:p>
            <a:endParaRPr lang="en-US">
              <a:latin typeface="SoDo Sans" panose="00000500000000000000" pitchFamily="2" charset="0"/>
              <a:ea typeface="SoDo Sans" panose="00000500000000000000" pitchFamily="2" charset="0"/>
              <a:cs typeface="Calibri"/>
            </a:endParaRPr>
          </a:p>
        </p:txBody>
      </p:sp>
      <p:sp>
        <p:nvSpPr>
          <p:cNvPr id="4" name="Text Placeholder 3">
            <a:extLst>
              <a:ext uri="{FF2B5EF4-FFF2-40B4-BE49-F238E27FC236}">
                <a16:creationId xmlns:a16="http://schemas.microsoft.com/office/drawing/2014/main" id="{B26BD58E-4BC3-3096-4210-259C56811461}"/>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1827BECE-9C8F-B34C-DA3E-EC6B37EC17F6}"/>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196552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0504C79-B6F2-63F5-5015-77BC006F111C}"/>
              </a:ext>
            </a:extLst>
          </p:cNvPr>
          <p:cNvSpPr/>
          <p:nvPr/>
        </p:nvSpPr>
        <p:spPr>
          <a:xfrm>
            <a:off x="609600" y="304800"/>
            <a:ext cx="7315200" cy="548640"/>
          </a:xfrm>
          <a:prstGeom prst="rect">
            <a:avLst/>
          </a:prstGeom>
          <a:noFill/>
          <a:ln/>
        </p:spPr>
        <p:txBody>
          <a:bodyPr wrap="square" lIns="0" tIns="0" rIns="0" bIns="0" rtlCol="0" anchor="ctr"/>
          <a:lstStyle/>
          <a:p>
            <a:r>
              <a:rPr lang="en-US" sz="1600" b="1">
                <a:solidFill>
                  <a:srgbClr val="1E3932"/>
                </a:solidFill>
                <a:latin typeface="SoDo Sans"/>
                <a:ea typeface="SoDo Sans" panose="00000500000000000000" pitchFamily="2" charset="0"/>
              </a:rPr>
              <a:t>Features</a:t>
            </a:r>
          </a:p>
        </p:txBody>
      </p:sp>
      <p:sp>
        <p:nvSpPr>
          <p:cNvPr id="5" name="TextBox 4">
            <a:extLst>
              <a:ext uri="{FF2B5EF4-FFF2-40B4-BE49-F238E27FC236}">
                <a16:creationId xmlns:a16="http://schemas.microsoft.com/office/drawing/2014/main" id="{6451F577-732E-BC22-6CE4-A643674BA655}"/>
              </a:ext>
            </a:extLst>
          </p:cNvPr>
          <p:cNvSpPr txBox="1"/>
          <p:nvPr/>
        </p:nvSpPr>
        <p:spPr>
          <a:xfrm>
            <a:off x="606505" y="962509"/>
            <a:ext cx="7017123"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b="1">
                <a:latin typeface="SoDo Sans"/>
                <a:ea typeface="Calibri"/>
                <a:cs typeface="Calibri"/>
              </a:rPr>
              <a:t>Recency (R)</a:t>
            </a:r>
            <a:r>
              <a:rPr lang="en-US" sz="1400">
                <a:latin typeface="SoDo Sans"/>
                <a:ea typeface="Calibri"/>
                <a:cs typeface="Calibri"/>
              </a:rPr>
              <a:t> : The time (days) since last purchase before the target period cutoff</a:t>
            </a:r>
          </a:p>
          <a:p>
            <a:pPr marL="285750" indent="-285750">
              <a:buFont typeface="Arial"/>
              <a:buChar char="•"/>
            </a:pPr>
            <a:r>
              <a:rPr lang="en-US" sz="1400" b="1">
                <a:latin typeface="SoDo Sans"/>
                <a:ea typeface="+mn-lt"/>
                <a:cs typeface="+mn-lt"/>
              </a:rPr>
              <a:t>Frequency (F)</a:t>
            </a:r>
            <a:r>
              <a:rPr lang="en-US" sz="1400">
                <a:latin typeface="SoDo Sans"/>
                <a:ea typeface="+mn-lt"/>
                <a:cs typeface="+mn-lt"/>
              </a:rPr>
              <a:t>: Total number of transactions made by the customer during the lookback window.</a:t>
            </a:r>
            <a:endParaRPr lang="en-US" sz="1400">
              <a:latin typeface="SoDo Sans"/>
              <a:ea typeface="Calibri"/>
              <a:cs typeface="Calibri"/>
            </a:endParaRPr>
          </a:p>
          <a:p>
            <a:pPr marL="285750" indent="-285750">
              <a:buFont typeface="Arial"/>
              <a:buChar char="•"/>
            </a:pPr>
            <a:r>
              <a:rPr lang="en-US" sz="1400" b="1">
                <a:latin typeface="SoDo Sans"/>
                <a:ea typeface="+mn-lt"/>
                <a:cs typeface="+mn-lt"/>
              </a:rPr>
              <a:t>Monetary (M): </a:t>
            </a:r>
            <a:r>
              <a:rPr lang="en-US" sz="1400">
                <a:latin typeface="SoDo Sans"/>
                <a:ea typeface="+mn-lt"/>
                <a:cs typeface="+mn-lt"/>
              </a:rPr>
              <a:t>Average monthly net revenue generated by the customer during the lookback window.</a:t>
            </a:r>
            <a:endParaRPr lang="en-US" sz="1400">
              <a:latin typeface="SoDo Sans"/>
              <a:ea typeface="Calibri"/>
              <a:cs typeface="Calibri"/>
            </a:endParaRPr>
          </a:p>
          <a:p>
            <a:pPr marL="285750" indent="-285750">
              <a:buFont typeface="Arial"/>
              <a:buChar char="•"/>
            </a:pPr>
            <a:r>
              <a:rPr lang="en-US" sz="1400" b="1">
                <a:latin typeface="SoDo Sans"/>
                <a:ea typeface="+mn-lt"/>
                <a:cs typeface="+mn-lt"/>
              </a:rPr>
              <a:t>Consistency (C)</a:t>
            </a:r>
            <a:r>
              <a:rPr lang="en-US" sz="1400">
                <a:latin typeface="SoDo Sans"/>
                <a:ea typeface="+mn-lt"/>
                <a:cs typeface="+mn-lt"/>
              </a:rPr>
              <a:t>:  </a:t>
            </a:r>
            <a:r>
              <a:rPr lang="en-US" sz="1400">
                <a:latin typeface="SoDo Sans"/>
                <a:ea typeface="+mn-lt"/>
                <a:cs typeface="+mn-lt"/>
                <a:hlinkClick r:id="rId2"/>
              </a:rPr>
              <a:t>Entropy, log-utility, 2nd moment</a:t>
            </a:r>
            <a:r>
              <a:rPr lang="en-US" sz="1400">
                <a:latin typeface="SoDo Sans"/>
                <a:ea typeface="+mn-lt"/>
                <a:cs typeface="+mn-lt"/>
              </a:rPr>
              <a:t> of the inter-transaction gap distribution</a:t>
            </a:r>
            <a:endParaRPr lang="en-US"/>
          </a:p>
          <a:p>
            <a:endParaRPr lang="en-US" sz="1400">
              <a:latin typeface="SoDo Sans"/>
              <a:ea typeface="+mn-lt"/>
              <a:cs typeface="+mn-lt"/>
            </a:endParaRPr>
          </a:p>
          <a:p>
            <a:pPr marL="285750" indent="-285750">
              <a:buFont typeface="Arial"/>
              <a:buChar char="•"/>
            </a:pPr>
            <a:r>
              <a:rPr lang="en-US" sz="1400" b="1">
                <a:latin typeface="SoDo Sans"/>
                <a:ea typeface="+mn-lt"/>
                <a:cs typeface="+mn-lt"/>
              </a:rPr>
              <a:t>Target Variable</a:t>
            </a:r>
            <a:r>
              <a:rPr lang="en-US" sz="1400">
                <a:latin typeface="SoDo Sans"/>
                <a:ea typeface="+mn-lt"/>
                <a:cs typeface="+mn-lt"/>
              </a:rPr>
              <a:t>:  Average monthly revenue in the target period (the prediction horizon, currently 3 months after cutoff).</a:t>
            </a:r>
            <a:endParaRPr lang="en-US" sz="1400">
              <a:latin typeface="SoDo Sans"/>
              <a:ea typeface="Calibri"/>
              <a:cs typeface="Calibri"/>
            </a:endParaRPr>
          </a:p>
          <a:p>
            <a:pPr marL="285750" indent="-285750">
              <a:buFont typeface="Arial"/>
              <a:buChar char="•"/>
            </a:pPr>
            <a:endParaRPr lang="en-US">
              <a:ea typeface="Calibri"/>
              <a:cs typeface="Calibri"/>
            </a:endParaRPr>
          </a:p>
          <a:p>
            <a:pPr marL="285750" indent="-285750">
              <a:buFont typeface="Arial"/>
              <a:buChar char="•"/>
            </a:pPr>
            <a:endParaRPr lang="en-US">
              <a:ea typeface="Calibri"/>
              <a:cs typeface="Calibri"/>
            </a:endParaRPr>
          </a:p>
          <a:p>
            <a:endParaRPr lang="en-US">
              <a:ea typeface="Calibri"/>
              <a:cs typeface="Calibri"/>
            </a:endParaRPr>
          </a:p>
          <a:p>
            <a:endParaRPr lang="en-US">
              <a:ea typeface="Calibri"/>
              <a:cs typeface="Calibri"/>
            </a:endParaRPr>
          </a:p>
        </p:txBody>
      </p:sp>
      <p:sp>
        <p:nvSpPr>
          <p:cNvPr id="7" name="TextBox 6">
            <a:extLst>
              <a:ext uri="{FF2B5EF4-FFF2-40B4-BE49-F238E27FC236}">
                <a16:creationId xmlns:a16="http://schemas.microsoft.com/office/drawing/2014/main" id="{12C1D7DA-28C8-7450-4403-3D7169CD7307}"/>
              </a:ext>
            </a:extLst>
          </p:cNvPr>
          <p:cNvSpPr txBox="1"/>
          <p:nvPr/>
        </p:nvSpPr>
        <p:spPr>
          <a:xfrm>
            <a:off x="7924098" y="853217"/>
            <a:ext cx="3628571"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a:latin typeface="SoDo Sans"/>
                <a:ea typeface="Calibri"/>
                <a:cs typeface="Calibri"/>
              </a:rPr>
              <a:t>All the metrics per customer is a single measurement (R,F,M,C) in a lookback window. The setup is to predict the total revenue per  customer in the target period. </a:t>
            </a:r>
          </a:p>
          <a:p>
            <a:pPr marL="285750" indent="-285750">
              <a:buFont typeface="Arial"/>
              <a:buChar char="•"/>
            </a:pPr>
            <a:r>
              <a:rPr lang="en-US" sz="1400">
                <a:latin typeface="SoDo Sans"/>
                <a:ea typeface="Calibri"/>
                <a:cs typeface="Calibri"/>
              </a:rPr>
              <a:t>All features except consistency are log-transformed</a:t>
            </a:r>
          </a:p>
        </p:txBody>
      </p:sp>
      <p:sp>
        <p:nvSpPr>
          <p:cNvPr id="4" name="Text 1">
            <a:extLst>
              <a:ext uri="{FF2B5EF4-FFF2-40B4-BE49-F238E27FC236}">
                <a16:creationId xmlns:a16="http://schemas.microsoft.com/office/drawing/2014/main" id="{62B28969-0700-47AB-97EF-BDF913B9D2BC}"/>
              </a:ext>
            </a:extLst>
          </p:cNvPr>
          <p:cNvSpPr/>
          <p:nvPr/>
        </p:nvSpPr>
        <p:spPr>
          <a:xfrm>
            <a:off x="8339667" y="3598333"/>
            <a:ext cx="2472266" cy="548640"/>
          </a:xfrm>
          <a:prstGeom prst="rect">
            <a:avLst/>
          </a:prstGeom>
          <a:noFill/>
          <a:ln/>
        </p:spPr>
        <p:txBody>
          <a:bodyPr wrap="square" lIns="0" tIns="0" rIns="0" bIns="0" rtlCol="0" anchor="ctr"/>
          <a:lstStyle/>
          <a:p>
            <a:r>
              <a:rPr lang="en-US" sz="1600">
                <a:solidFill>
                  <a:srgbClr val="1E3932"/>
                </a:solidFill>
                <a:latin typeface="SoDo Sans"/>
                <a:ea typeface="SoDo Sans" panose="00000500000000000000" pitchFamily="2" charset="0"/>
              </a:rPr>
              <a:t>One year of data </a:t>
            </a:r>
          </a:p>
        </p:txBody>
      </p:sp>
      <p:pic>
        <p:nvPicPr>
          <p:cNvPr id="8" name="Picture 7" descr="A screenshot of a graph&#10;&#10;AI-generated content may be incorrect.">
            <a:extLst>
              <a:ext uri="{FF2B5EF4-FFF2-40B4-BE49-F238E27FC236}">
                <a16:creationId xmlns:a16="http://schemas.microsoft.com/office/drawing/2014/main" id="{A8C03622-E718-C7F5-CC08-7969F5294DE4}"/>
              </a:ext>
            </a:extLst>
          </p:cNvPr>
          <p:cNvPicPr>
            <a:picLocks noChangeAspect="1"/>
          </p:cNvPicPr>
          <p:nvPr/>
        </p:nvPicPr>
        <p:blipFill>
          <a:blip r:embed="rId3"/>
          <a:stretch>
            <a:fillRect/>
          </a:stretch>
        </p:blipFill>
        <p:spPr>
          <a:xfrm>
            <a:off x="6838950" y="4137554"/>
            <a:ext cx="5211233" cy="1385359"/>
          </a:xfrm>
          <a:prstGeom prst="rect">
            <a:avLst/>
          </a:prstGeom>
        </p:spPr>
      </p:pic>
      <p:sp>
        <p:nvSpPr>
          <p:cNvPr id="9" name="Text Placeholder 8">
            <a:extLst>
              <a:ext uri="{FF2B5EF4-FFF2-40B4-BE49-F238E27FC236}">
                <a16:creationId xmlns:a16="http://schemas.microsoft.com/office/drawing/2014/main" id="{0D3C1F4D-F479-C38B-747A-7FB9712E1045}"/>
              </a:ext>
            </a:extLst>
          </p:cNvPr>
          <p:cNvSpPr>
            <a:spLocks noGrp="1"/>
          </p:cNvSpPr>
          <p:nvPr>
            <p:ph type="body" sz="quarter" idx="13"/>
          </p:nvPr>
        </p:nvSpPr>
        <p:spPr/>
        <p:txBody>
          <a:bodyPr/>
          <a:lstStyle/>
          <a:p>
            <a:endParaRPr lang="en-US"/>
          </a:p>
        </p:txBody>
      </p:sp>
      <p:pic>
        <p:nvPicPr>
          <p:cNvPr id="2" name="Picture 1" descr="A graph with blue rectangles&#10;&#10;AI-generated content may be incorrect.">
            <a:extLst>
              <a:ext uri="{FF2B5EF4-FFF2-40B4-BE49-F238E27FC236}">
                <a16:creationId xmlns:a16="http://schemas.microsoft.com/office/drawing/2014/main" id="{F0FB41E0-05E6-23C2-2641-3DFE7D7522FA}"/>
              </a:ext>
            </a:extLst>
          </p:cNvPr>
          <p:cNvPicPr>
            <a:picLocks noChangeAspect="1"/>
          </p:cNvPicPr>
          <p:nvPr/>
        </p:nvPicPr>
        <p:blipFill>
          <a:blip r:embed="rId4"/>
          <a:stretch>
            <a:fillRect/>
          </a:stretch>
        </p:blipFill>
        <p:spPr>
          <a:xfrm>
            <a:off x="0" y="3593889"/>
            <a:ext cx="6444868" cy="2626414"/>
          </a:xfrm>
          <a:prstGeom prst="rect">
            <a:avLst/>
          </a:prstGeom>
        </p:spPr>
      </p:pic>
    </p:spTree>
    <p:extLst>
      <p:ext uri="{BB962C8B-B14F-4D97-AF65-F5344CB8AC3E}">
        <p14:creationId xmlns:p14="http://schemas.microsoft.com/office/powerpoint/2010/main" val="87855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1">
            <a:extLst>
              <a:ext uri="{FF2B5EF4-FFF2-40B4-BE49-F238E27FC236}">
                <a16:creationId xmlns:a16="http://schemas.microsoft.com/office/drawing/2014/main" id="{2FDD3024-08B8-06E0-9683-B15ED29C8FA6}"/>
              </a:ext>
            </a:extLst>
          </p:cNvPr>
          <p:cNvSpPr/>
          <p:nvPr/>
        </p:nvSpPr>
        <p:spPr>
          <a:xfrm>
            <a:off x="609600" y="304800"/>
            <a:ext cx="3361267" cy="548640"/>
          </a:xfrm>
          <a:prstGeom prst="rect">
            <a:avLst/>
          </a:prstGeom>
          <a:noFill/>
          <a:ln/>
        </p:spPr>
        <p:txBody>
          <a:bodyPr wrap="square" lIns="0" tIns="0" rIns="0" bIns="0" rtlCol="0" anchor="ctr"/>
          <a:lstStyle/>
          <a:p>
            <a:r>
              <a:rPr lang="en-US" sz="1600" b="1">
                <a:solidFill>
                  <a:srgbClr val="1E3932"/>
                </a:solidFill>
                <a:latin typeface="SoDo Sans"/>
                <a:ea typeface="SoDo Sans" panose="00000500000000000000" pitchFamily="2" charset="0"/>
              </a:rPr>
              <a:t>Correlations</a:t>
            </a:r>
          </a:p>
        </p:txBody>
      </p:sp>
      <p:sp>
        <p:nvSpPr>
          <p:cNvPr id="7" name="TextBox 6">
            <a:extLst>
              <a:ext uri="{FF2B5EF4-FFF2-40B4-BE49-F238E27FC236}">
                <a16:creationId xmlns:a16="http://schemas.microsoft.com/office/drawing/2014/main" id="{E8083821-EA94-533D-F382-B4500CE95C2C}"/>
              </a:ext>
            </a:extLst>
          </p:cNvPr>
          <p:cNvSpPr txBox="1"/>
          <p:nvPr/>
        </p:nvSpPr>
        <p:spPr>
          <a:xfrm>
            <a:off x="446918" y="5173625"/>
            <a:ext cx="676244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a:latin typeface="SoDo Sans"/>
              <a:ea typeface="Calibri" panose="020F0502020204030204"/>
              <a:cs typeface="Calibri" panose="020F0502020204030204"/>
            </a:endParaRPr>
          </a:p>
          <a:p>
            <a:pPr marL="285750" indent="-285750">
              <a:buFont typeface="Arial"/>
              <a:buChar char="•"/>
            </a:pPr>
            <a:endParaRPr lang="en-US">
              <a:latin typeface="SoDo Sans"/>
              <a:ea typeface="Calibri" panose="020F0502020204030204"/>
              <a:cs typeface="Calibri" panose="020F0502020204030204"/>
            </a:endParaRPr>
          </a:p>
          <a:p>
            <a:pPr marL="285750" indent="-285750">
              <a:buFont typeface="Arial"/>
              <a:buChar char="•"/>
            </a:pPr>
            <a:r>
              <a:rPr lang="en-US">
                <a:latin typeface="SoDo Sans"/>
                <a:ea typeface="Calibri" panose="020F0502020204030204"/>
                <a:cs typeface="Calibri" panose="020F0502020204030204"/>
              </a:rPr>
              <a:t>Frequency, monetary and consistency  are highly correlated</a:t>
            </a:r>
          </a:p>
          <a:p>
            <a:pPr marL="285750" indent="-285750">
              <a:buFont typeface="Arial"/>
              <a:buChar char="•"/>
            </a:pPr>
            <a:endParaRPr lang="en-US">
              <a:latin typeface="SoDo Sans"/>
              <a:ea typeface="Calibri" panose="020F0502020204030204"/>
              <a:cs typeface="Calibri" panose="020F0502020204030204"/>
            </a:endParaRPr>
          </a:p>
        </p:txBody>
      </p:sp>
      <p:pic>
        <p:nvPicPr>
          <p:cNvPr id="3" name="Picture 2" descr="A graph with different colored bars&#10;&#10;AI-generated content may be incorrect.">
            <a:extLst>
              <a:ext uri="{FF2B5EF4-FFF2-40B4-BE49-F238E27FC236}">
                <a16:creationId xmlns:a16="http://schemas.microsoft.com/office/drawing/2014/main" id="{00CB84BF-C975-D699-D1D7-48881A51C0FA}"/>
              </a:ext>
            </a:extLst>
          </p:cNvPr>
          <p:cNvPicPr>
            <a:picLocks noChangeAspect="1"/>
          </p:cNvPicPr>
          <p:nvPr/>
        </p:nvPicPr>
        <p:blipFill>
          <a:blip r:embed="rId2"/>
          <a:stretch>
            <a:fillRect/>
          </a:stretch>
        </p:blipFill>
        <p:spPr>
          <a:xfrm>
            <a:off x="-1742" y="835412"/>
            <a:ext cx="6100749" cy="3665793"/>
          </a:xfrm>
          <a:prstGeom prst="rect">
            <a:avLst/>
          </a:prstGeom>
        </p:spPr>
      </p:pic>
      <p:pic>
        <p:nvPicPr>
          <p:cNvPr id="4" name="Picture 3" descr="A grid of red and blue squares&#10;&#10;AI-generated content may be incorrect.">
            <a:extLst>
              <a:ext uri="{FF2B5EF4-FFF2-40B4-BE49-F238E27FC236}">
                <a16:creationId xmlns:a16="http://schemas.microsoft.com/office/drawing/2014/main" id="{E233B1B7-7971-9D0E-2290-C21499205853}"/>
              </a:ext>
            </a:extLst>
          </p:cNvPr>
          <p:cNvPicPr>
            <a:picLocks noChangeAspect="1"/>
          </p:cNvPicPr>
          <p:nvPr/>
        </p:nvPicPr>
        <p:blipFill>
          <a:blip r:embed="rId3"/>
          <a:stretch>
            <a:fillRect/>
          </a:stretch>
        </p:blipFill>
        <p:spPr>
          <a:xfrm>
            <a:off x="6353988" y="839361"/>
            <a:ext cx="5619000" cy="5022926"/>
          </a:xfrm>
          <a:prstGeom prst="rect">
            <a:avLst/>
          </a:prstGeom>
        </p:spPr>
      </p:pic>
    </p:spTree>
    <p:extLst>
      <p:ext uri="{BB962C8B-B14F-4D97-AF65-F5344CB8AC3E}">
        <p14:creationId xmlns:p14="http://schemas.microsoft.com/office/powerpoint/2010/main" val="1134098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E086CDB8-8BD6-A39E-6AED-98F154C7B16E}"/>
              </a:ext>
            </a:extLst>
          </p:cNvPr>
          <p:cNvSpPr/>
          <p:nvPr/>
        </p:nvSpPr>
        <p:spPr>
          <a:xfrm>
            <a:off x="609600" y="304800"/>
            <a:ext cx="4597400" cy="548640"/>
          </a:xfrm>
          <a:prstGeom prst="rect">
            <a:avLst/>
          </a:prstGeom>
          <a:noFill/>
          <a:ln/>
        </p:spPr>
        <p:txBody>
          <a:bodyPr wrap="square" lIns="0" tIns="0" rIns="0" bIns="0" rtlCol="0" anchor="ctr"/>
          <a:lstStyle/>
          <a:p>
            <a:r>
              <a:rPr lang="en-US" sz="1600" b="1">
                <a:solidFill>
                  <a:srgbClr val="1E3932"/>
                </a:solidFill>
                <a:latin typeface="SoDo Sans"/>
                <a:ea typeface="+mn-lt"/>
                <a:cs typeface="+mn-lt"/>
              </a:rPr>
              <a:t>Feature Importance via Predictive Models</a:t>
            </a:r>
            <a:endParaRPr lang="en-US"/>
          </a:p>
        </p:txBody>
      </p:sp>
      <p:sp>
        <p:nvSpPr>
          <p:cNvPr id="6" name="TextBox 5">
            <a:extLst>
              <a:ext uri="{FF2B5EF4-FFF2-40B4-BE49-F238E27FC236}">
                <a16:creationId xmlns:a16="http://schemas.microsoft.com/office/drawing/2014/main" id="{271EBFDD-223D-FD78-F314-A7FE1FB1A7B0}"/>
              </a:ext>
            </a:extLst>
          </p:cNvPr>
          <p:cNvSpPr txBox="1"/>
          <p:nvPr/>
        </p:nvSpPr>
        <p:spPr>
          <a:xfrm>
            <a:off x="6739467" y="1098298"/>
            <a:ext cx="467464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SoDo Sans"/>
                <a:ea typeface="+mn-lt"/>
                <a:cs typeface="+mn-lt"/>
              </a:rPr>
              <a:t>Tried three methods for feature selection:</a:t>
            </a:r>
          </a:p>
          <a:p>
            <a:pPr marL="342900" indent="-342900">
              <a:buFont typeface="+mj-lt"/>
              <a:buAutoNum type="arabicPeriod"/>
            </a:pPr>
            <a:r>
              <a:rPr lang="en-US">
                <a:latin typeface="SoDo Sans"/>
                <a:ea typeface="+mn-lt"/>
                <a:cs typeface="+mn-lt"/>
              </a:rPr>
              <a:t>Random forest</a:t>
            </a:r>
          </a:p>
          <a:p>
            <a:pPr marL="342900" indent="-342900">
              <a:buFont typeface="+mj-lt"/>
              <a:buAutoNum type="arabicPeriod"/>
            </a:pPr>
            <a:r>
              <a:rPr lang="en-US">
                <a:latin typeface="SoDo Sans"/>
                <a:ea typeface="+mn-lt"/>
                <a:cs typeface="+mn-lt"/>
              </a:rPr>
              <a:t>Ridge regression</a:t>
            </a:r>
          </a:p>
          <a:p>
            <a:pPr marL="342900" indent="-342900">
              <a:buFont typeface="+mj-lt"/>
              <a:buAutoNum type="arabicPeriod"/>
            </a:pPr>
            <a:r>
              <a:rPr lang="en-US" err="1">
                <a:latin typeface="SoDo Sans"/>
                <a:ea typeface="+mn-lt"/>
                <a:cs typeface="+mn-lt"/>
              </a:rPr>
              <a:t>XGBoost</a:t>
            </a:r>
            <a:r>
              <a:rPr lang="en-US">
                <a:latin typeface="SoDo Sans"/>
                <a:ea typeface="+mn-lt"/>
                <a:cs typeface="+mn-lt"/>
              </a:rPr>
              <a:t> + Shapley values</a:t>
            </a:r>
          </a:p>
          <a:p>
            <a:endParaRPr lang="en-US">
              <a:latin typeface="SoDo Sans"/>
              <a:ea typeface="+mn-lt"/>
              <a:cs typeface="+mn-lt"/>
            </a:endParaRPr>
          </a:p>
          <a:p>
            <a:r>
              <a:rPr lang="en-US">
                <a:latin typeface="SoDo Sans"/>
                <a:ea typeface="+mn-lt"/>
                <a:cs typeface="+mn-lt"/>
              </a:rPr>
              <a:t>All full models </a:t>
            </a:r>
            <a:r>
              <a:rPr lang="en-US">
                <a:latin typeface="SoDo Sans"/>
                <a:ea typeface="Calibri" panose="020F0502020204030204"/>
                <a:cs typeface="Calibri" panose="020F0502020204030204"/>
              </a:rPr>
              <a:t>R</a:t>
            </a:r>
            <a:r>
              <a:rPr lang="en-US" baseline="30000">
                <a:latin typeface="SoDo Sans"/>
                <a:ea typeface="Calibri" panose="020F0502020204030204"/>
                <a:cs typeface="Calibri" panose="020F0502020204030204"/>
              </a:rPr>
              <a:t>2</a:t>
            </a:r>
            <a:r>
              <a:rPr lang="en-US">
                <a:latin typeface="SoDo Sans"/>
                <a:ea typeface="Calibri" panose="020F0502020204030204"/>
                <a:cs typeface="Calibri" panose="020F0502020204030204"/>
              </a:rPr>
              <a:t> is about 0.6 </a:t>
            </a:r>
          </a:p>
        </p:txBody>
      </p:sp>
      <p:sp>
        <p:nvSpPr>
          <p:cNvPr id="5" name="Text Placeholder 4">
            <a:extLst>
              <a:ext uri="{FF2B5EF4-FFF2-40B4-BE49-F238E27FC236}">
                <a16:creationId xmlns:a16="http://schemas.microsoft.com/office/drawing/2014/main" id="{CC6BECB0-86B4-910B-E9BD-7377F6AD9D14}"/>
              </a:ext>
            </a:extLst>
          </p:cNvPr>
          <p:cNvSpPr>
            <a:spLocks noGrp="1"/>
          </p:cNvSpPr>
          <p:nvPr>
            <p:ph type="body" sz="quarter" idx="13"/>
          </p:nvPr>
        </p:nvSpPr>
        <p:spPr/>
        <p:txBody>
          <a:bodyPr/>
          <a:lstStyle/>
          <a:p>
            <a:endParaRPr lang="en-US"/>
          </a:p>
        </p:txBody>
      </p:sp>
      <p:pic>
        <p:nvPicPr>
          <p:cNvPr id="4" name="Picture 3">
            <a:extLst>
              <a:ext uri="{FF2B5EF4-FFF2-40B4-BE49-F238E27FC236}">
                <a16:creationId xmlns:a16="http://schemas.microsoft.com/office/drawing/2014/main" id="{D5820C15-0685-CAFC-FD73-278055EC356A}"/>
              </a:ext>
            </a:extLst>
          </p:cNvPr>
          <p:cNvPicPr>
            <a:picLocks noChangeAspect="1"/>
          </p:cNvPicPr>
          <p:nvPr/>
        </p:nvPicPr>
        <p:blipFill>
          <a:blip r:embed="rId2"/>
          <a:stretch>
            <a:fillRect/>
          </a:stretch>
        </p:blipFill>
        <p:spPr>
          <a:xfrm>
            <a:off x="389401" y="725722"/>
            <a:ext cx="5319364" cy="3163230"/>
          </a:xfrm>
          <a:prstGeom prst="rect">
            <a:avLst/>
          </a:prstGeom>
        </p:spPr>
      </p:pic>
      <p:pic>
        <p:nvPicPr>
          <p:cNvPr id="8" name="Picture 7" descr="A graph with a bar graph&#10;&#10;AI-generated content may be incorrect.">
            <a:extLst>
              <a:ext uri="{FF2B5EF4-FFF2-40B4-BE49-F238E27FC236}">
                <a16:creationId xmlns:a16="http://schemas.microsoft.com/office/drawing/2014/main" id="{2FA3D5F3-2449-2A8B-0EE8-0BC5B87D52D4}"/>
              </a:ext>
            </a:extLst>
          </p:cNvPr>
          <p:cNvPicPr>
            <a:picLocks noChangeAspect="1"/>
          </p:cNvPicPr>
          <p:nvPr/>
        </p:nvPicPr>
        <p:blipFill>
          <a:blip r:embed="rId3"/>
          <a:stretch>
            <a:fillRect/>
          </a:stretch>
        </p:blipFill>
        <p:spPr>
          <a:xfrm>
            <a:off x="5907796" y="3585903"/>
            <a:ext cx="6277533" cy="2458845"/>
          </a:xfrm>
          <a:prstGeom prst="rect">
            <a:avLst/>
          </a:prstGeom>
        </p:spPr>
      </p:pic>
    </p:spTree>
    <p:extLst>
      <p:ext uri="{BB962C8B-B14F-4D97-AF65-F5344CB8AC3E}">
        <p14:creationId xmlns:p14="http://schemas.microsoft.com/office/powerpoint/2010/main" val="440092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6CFC26A-062B-D805-EC70-19068D65B03A}"/>
              </a:ext>
            </a:extLst>
          </p:cNvPr>
          <p:cNvSpPr>
            <a:spLocks noGrp="1"/>
          </p:cNvSpPr>
          <p:nvPr>
            <p:ph type="body" sz="quarter" idx="11"/>
          </p:nvPr>
        </p:nvSpPr>
        <p:spPr>
          <a:xfrm>
            <a:off x="463714" y="895352"/>
            <a:ext cx="7545464" cy="523422"/>
          </a:xfrm>
        </p:spPr>
        <p:txBody>
          <a:bodyPr lIns="0" tIns="45720" rIns="91440" bIns="45720" anchor="t"/>
          <a:lstStyle/>
          <a:p>
            <a:r>
              <a:rPr lang="en-US" sz="1800">
                <a:latin typeface="SoDo Sans"/>
              </a:rPr>
              <a:t>Incremental model comparison – Best feature selection</a:t>
            </a:r>
            <a:endParaRPr lang="en-US" sz="1800"/>
          </a:p>
        </p:txBody>
      </p:sp>
      <p:sp>
        <p:nvSpPr>
          <p:cNvPr id="3" name="TextBox 2">
            <a:extLst>
              <a:ext uri="{FF2B5EF4-FFF2-40B4-BE49-F238E27FC236}">
                <a16:creationId xmlns:a16="http://schemas.microsoft.com/office/drawing/2014/main" id="{C022E68C-F0FE-4A40-7C77-F43288B8C490}"/>
              </a:ext>
            </a:extLst>
          </p:cNvPr>
          <p:cNvSpPr txBox="1"/>
          <p:nvPr/>
        </p:nvSpPr>
        <p:spPr>
          <a:xfrm>
            <a:off x="271737" y="1860481"/>
            <a:ext cx="9240611"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SoDo Sans"/>
              </a:rPr>
              <a:t>Average target revenue ~ Monetary : </a:t>
            </a:r>
            <a:r>
              <a:rPr lang="en-US">
                <a:latin typeface="Aptos"/>
              </a:rPr>
              <a:t>R</a:t>
            </a:r>
            <a:r>
              <a:rPr lang="en-US" sz="1200" baseline="30000">
                <a:latin typeface="Aptos"/>
              </a:rPr>
              <a:t>2</a:t>
            </a:r>
            <a:r>
              <a:rPr lang="en-US" sz="1200">
                <a:latin typeface="Aptos"/>
              </a:rPr>
              <a:t> =</a:t>
            </a:r>
            <a:r>
              <a:rPr lang="en-US" sz="1200" baseline="30000">
                <a:latin typeface="Aptos"/>
              </a:rPr>
              <a:t> </a:t>
            </a:r>
            <a:r>
              <a:rPr lang="en-US">
                <a:latin typeface="SoDo Sans"/>
              </a:rPr>
              <a:t>0.54</a:t>
            </a:r>
          </a:p>
          <a:p>
            <a:pPr marL="285750" indent="-285750">
              <a:buFont typeface="Arial,Sans-Serif"/>
              <a:buChar char="•"/>
            </a:pPr>
            <a:r>
              <a:rPr lang="en-US">
                <a:latin typeface="SoDo Sans"/>
              </a:rPr>
              <a:t>                                                ~ Monetary + Recency : </a:t>
            </a:r>
            <a:r>
              <a:rPr lang="en-US">
                <a:latin typeface="Aptos"/>
              </a:rPr>
              <a:t>R</a:t>
            </a:r>
            <a:r>
              <a:rPr lang="en-US" baseline="30000">
                <a:latin typeface="Aptos"/>
              </a:rPr>
              <a:t>2</a:t>
            </a:r>
            <a:r>
              <a:rPr lang="en-US" sz="1200">
                <a:latin typeface="Aptos"/>
              </a:rPr>
              <a:t> =</a:t>
            </a:r>
            <a:r>
              <a:rPr lang="en-US" sz="800" baseline="30000">
                <a:latin typeface="Aptos"/>
              </a:rPr>
              <a:t> </a:t>
            </a:r>
            <a:r>
              <a:rPr lang="en-US">
                <a:latin typeface="SoDo Sans"/>
              </a:rPr>
              <a:t>0.57</a:t>
            </a:r>
          </a:p>
          <a:p>
            <a:pPr marL="285750" indent="-285750">
              <a:buFont typeface="Arial,Sans-Serif"/>
              <a:buChar char="•"/>
            </a:pPr>
            <a:r>
              <a:rPr lang="en-US">
                <a:latin typeface="SoDo Sans"/>
              </a:rPr>
              <a:t>                                                ~ </a:t>
            </a:r>
            <a:r>
              <a:rPr lang="en-US" b="1">
                <a:latin typeface="SoDo Sans"/>
              </a:rPr>
              <a:t>Frequency</a:t>
            </a:r>
            <a:r>
              <a:rPr lang="en-US">
                <a:latin typeface="SoDo Sans"/>
              </a:rPr>
              <a:t>+ Recency +  : </a:t>
            </a:r>
            <a:r>
              <a:rPr lang="en-US">
                <a:latin typeface="Aptos"/>
              </a:rPr>
              <a:t>R</a:t>
            </a:r>
            <a:r>
              <a:rPr lang="en-US" baseline="30000">
                <a:latin typeface="Aptos"/>
              </a:rPr>
              <a:t>2</a:t>
            </a:r>
            <a:r>
              <a:rPr lang="en-US" sz="1200">
                <a:latin typeface="Aptos"/>
              </a:rPr>
              <a:t> =</a:t>
            </a:r>
            <a:r>
              <a:rPr lang="en-US" sz="600" baseline="30000">
                <a:latin typeface="Aptos"/>
              </a:rPr>
              <a:t> </a:t>
            </a:r>
            <a:r>
              <a:rPr lang="en-US">
                <a:latin typeface="SoDo Sans"/>
              </a:rPr>
              <a:t>0.51</a:t>
            </a:r>
            <a:endParaRPr lang="en-US"/>
          </a:p>
          <a:p>
            <a:pPr marL="285750" indent="-285750">
              <a:buFont typeface="Arial,Sans-Serif"/>
              <a:buChar char="•"/>
            </a:pPr>
            <a:r>
              <a:rPr lang="en-US">
                <a:latin typeface="SoDo Sans"/>
              </a:rPr>
              <a:t>                                                ~ Monetary + Recency + Entropy : </a:t>
            </a:r>
            <a:r>
              <a:rPr lang="en-US">
                <a:latin typeface="Aptos"/>
              </a:rPr>
              <a:t>R</a:t>
            </a:r>
            <a:r>
              <a:rPr lang="en-US" baseline="30000">
                <a:latin typeface="Aptos"/>
              </a:rPr>
              <a:t>2</a:t>
            </a:r>
            <a:r>
              <a:rPr lang="en-US" sz="1200">
                <a:latin typeface="Aptos"/>
              </a:rPr>
              <a:t> =</a:t>
            </a:r>
            <a:r>
              <a:rPr lang="en-US" sz="600" baseline="30000">
                <a:latin typeface="Aptos"/>
              </a:rPr>
              <a:t> </a:t>
            </a:r>
            <a:r>
              <a:rPr lang="en-US">
                <a:latin typeface="SoDo Sans"/>
              </a:rPr>
              <a:t>0.57 + 0.001</a:t>
            </a:r>
          </a:p>
          <a:p>
            <a:pPr marL="285750" indent="-285750">
              <a:buFont typeface="Arial,Sans-Serif"/>
              <a:buChar char="•"/>
            </a:pPr>
            <a:r>
              <a:rPr lang="en-US">
                <a:latin typeface="SoDo Sans"/>
              </a:rPr>
              <a:t>                                                ~ Monetary + Recency + log utility : </a:t>
            </a:r>
            <a:r>
              <a:rPr lang="en-US">
                <a:latin typeface="Aptos"/>
              </a:rPr>
              <a:t>R</a:t>
            </a:r>
            <a:r>
              <a:rPr lang="en-US" baseline="30000">
                <a:latin typeface="Aptos"/>
              </a:rPr>
              <a:t>2</a:t>
            </a:r>
            <a:r>
              <a:rPr lang="en-US" sz="1200">
                <a:latin typeface="Aptos"/>
              </a:rPr>
              <a:t> =</a:t>
            </a:r>
            <a:r>
              <a:rPr lang="en-US" sz="600" baseline="30000">
                <a:latin typeface="Aptos"/>
              </a:rPr>
              <a:t> </a:t>
            </a:r>
            <a:r>
              <a:rPr lang="en-US">
                <a:latin typeface="SoDo Sans"/>
              </a:rPr>
              <a:t>0.57 + 0.005</a:t>
            </a:r>
          </a:p>
          <a:p>
            <a:pPr marL="285750" indent="-285750">
              <a:buFont typeface="Arial,Sans-Serif"/>
              <a:buChar char="•"/>
            </a:pPr>
            <a:r>
              <a:rPr lang="en-US">
                <a:latin typeface="SoDo Sans"/>
              </a:rPr>
              <a:t>                                                ~ Monetary + Recency + 2</a:t>
            </a:r>
            <a:r>
              <a:rPr lang="en-US" baseline="30000">
                <a:latin typeface="SoDo Sans"/>
              </a:rPr>
              <a:t>nd</a:t>
            </a:r>
            <a:r>
              <a:rPr lang="en-US">
                <a:latin typeface="SoDo Sans"/>
              </a:rPr>
              <a:t> moment : </a:t>
            </a:r>
            <a:r>
              <a:rPr lang="en-US">
                <a:latin typeface="Aptos"/>
              </a:rPr>
              <a:t>R</a:t>
            </a:r>
            <a:r>
              <a:rPr lang="en-US" baseline="30000">
                <a:latin typeface="Aptos"/>
              </a:rPr>
              <a:t>2</a:t>
            </a:r>
            <a:r>
              <a:rPr lang="en-US" sz="1200" baseline="30000">
                <a:latin typeface="Aptos"/>
              </a:rPr>
              <a:t> </a:t>
            </a:r>
            <a:r>
              <a:rPr lang="en-US" sz="1200">
                <a:latin typeface="Aptos"/>
              </a:rPr>
              <a:t>=</a:t>
            </a:r>
            <a:r>
              <a:rPr lang="en-US" sz="600" baseline="30000">
                <a:latin typeface="Aptos"/>
              </a:rPr>
              <a:t> </a:t>
            </a:r>
            <a:r>
              <a:rPr lang="en-US">
                <a:latin typeface="SoDo Sans"/>
              </a:rPr>
              <a:t>0.57 + 0.006</a:t>
            </a:r>
          </a:p>
          <a:p>
            <a:pPr marL="285750" indent="-285750">
              <a:buFont typeface="Arial"/>
              <a:buChar char="•"/>
            </a:pPr>
            <a:r>
              <a:rPr lang="en-US">
                <a:latin typeface="SoDo Sans"/>
              </a:rPr>
              <a:t>                                                ~ Monetary + Recency + active weeks : </a:t>
            </a:r>
            <a:r>
              <a:rPr lang="en-US">
                <a:latin typeface="Aptos"/>
              </a:rPr>
              <a:t>R</a:t>
            </a:r>
            <a:r>
              <a:rPr lang="en-US" baseline="30000">
                <a:latin typeface="Aptos"/>
              </a:rPr>
              <a:t>2</a:t>
            </a:r>
            <a:r>
              <a:rPr lang="en-US" sz="1200">
                <a:latin typeface="Aptos"/>
              </a:rPr>
              <a:t> =</a:t>
            </a:r>
            <a:r>
              <a:rPr lang="en-US" sz="600" baseline="30000">
                <a:latin typeface="Aptos"/>
              </a:rPr>
              <a:t> </a:t>
            </a:r>
            <a:r>
              <a:rPr lang="en-US">
                <a:latin typeface="SoDo Sans"/>
              </a:rPr>
              <a:t>0.57+ 0.001</a:t>
            </a:r>
          </a:p>
          <a:p>
            <a:pPr marL="285750" indent="-285750">
              <a:buFont typeface="Arial,Sans-Serif"/>
              <a:buChar char="•"/>
            </a:pPr>
            <a:endParaRPr lang="en-US">
              <a:latin typeface="SoDo Sans"/>
            </a:endParaRPr>
          </a:p>
          <a:p>
            <a:pPr marL="285750" indent="-285750">
              <a:buFont typeface="Arial,Sans-Serif"/>
              <a:buChar char="•"/>
            </a:pPr>
            <a:endParaRPr lang="en-US">
              <a:latin typeface="SoDo Sans"/>
            </a:endParaRPr>
          </a:p>
          <a:p>
            <a:pPr marL="285750" indent="-285750">
              <a:buFont typeface="Arial"/>
              <a:buChar char="•"/>
            </a:pPr>
            <a:endParaRPr lang="en-US">
              <a:latin typeface="SoDo Sans"/>
            </a:endParaRPr>
          </a:p>
          <a:p>
            <a:pPr marL="285750" indent="-285750" algn="l">
              <a:buFont typeface="Arial"/>
              <a:buChar char="•"/>
            </a:pPr>
            <a:endParaRPr lang="en-US">
              <a:latin typeface="SoDo Sans"/>
            </a:endParaRPr>
          </a:p>
        </p:txBody>
      </p:sp>
      <p:sp>
        <p:nvSpPr>
          <p:cNvPr id="4" name="TextBox 3">
            <a:extLst>
              <a:ext uri="{FF2B5EF4-FFF2-40B4-BE49-F238E27FC236}">
                <a16:creationId xmlns:a16="http://schemas.microsoft.com/office/drawing/2014/main" id="{75290CD7-8DCA-1C59-0FF0-9BA69732F2F0}"/>
              </a:ext>
            </a:extLst>
          </p:cNvPr>
          <p:cNvSpPr txBox="1"/>
          <p:nvPr/>
        </p:nvSpPr>
        <p:spPr>
          <a:xfrm>
            <a:off x="466037" y="1343250"/>
            <a:ext cx="530748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SoDo Sans"/>
              </a:rPr>
              <a:t>Below all R</a:t>
            </a:r>
            <a:r>
              <a:rPr lang="en-US" baseline="30000">
                <a:latin typeface="SoDo Sans"/>
              </a:rPr>
              <a:t>2'</a:t>
            </a:r>
            <a:r>
              <a:rPr lang="en-US">
                <a:latin typeface="SoDo Sans"/>
              </a:rPr>
              <a:t>s are from out-of-sample data</a:t>
            </a:r>
            <a:endParaRPr lang="en-US">
              <a:latin typeface="SoDo Sans"/>
              <a:ea typeface="+mn-lt"/>
              <a:cs typeface="+mn-lt"/>
            </a:endParaRPr>
          </a:p>
          <a:p>
            <a:endParaRPr lang="en-US" baseline="-25000"/>
          </a:p>
          <a:p>
            <a:endParaRPr lang="en-US" baseline="30000"/>
          </a:p>
        </p:txBody>
      </p:sp>
      <p:sp>
        <p:nvSpPr>
          <p:cNvPr id="5" name="TextBox 4">
            <a:extLst>
              <a:ext uri="{FF2B5EF4-FFF2-40B4-BE49-F238E27FC236}">
                <a16:creationId xmlns:a16="http://schemas.microsoft.com/office/drawing/2014/main" id="{E0088BB9-F49C-F85C-5DB7-06D9DD3EE972}"/>
              </a:ext>
            </a:extLst>
          </p:cNvPr>
          <p:cNvSpPr txBox="1"/>
          <p:nvPr/>
        </p:nvSpPr>
        <p:spPr>
          <a:xfrm>
            <a:off x="463350" y="4112029"/>
            <a:ext cx="259352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SoDo Sans"/>
              </a:rPr>
              <a:t>Top-line takeaways</a:t>
            </a:r>
          </a:p>
          <a:p>
            <a:pPr marL="285750" indent="-285750">
              <a:buFont typeface="Arial"/>
              <a:buChar char="•"/>
            </a:pPr>
            <a:endParaRPr lang="en-US" b="1">
              <a:latin typeface="SoDo Sans"/>
            </a:endParaRPr>
          </a:p>
          <a:p>
            <a:pPr marL="285750" indent="-285750">
              <a:buFont typeface="Arial"/>
              <a:buChar char="•"/>
            </a:pPr>
            <a:endParaRPr lang="en-US" b="1">
              <a:latin typeface="SoDo Sans"/>
            </a:endParaRPr>
          </a:p>
        </p:txBody>
      </p:sp>
      <p:sp>
        <p:nvSpPr>
          <p:cNvPr id="9" name="TextBox 5">
            <a:extLst>
              <a:ext uri="{FF2B5EF4-FFF2-40B4-BE49-F238E27FC236}">
                <a16:creationId xmlns:a16="http://schemas.microsoft.com/office/drawing/2014/main" id="{F5782FE7-0F4A-409E-35F6-A310DEE717C2}"/>
              </a:ext>
            </a:extLst>
          </p:cNvPr>
          <p:cNvSpPr txBox="1"/>
          <p:nvPr/>
        </p:nvSpPr>
        <p:spPr>
          <a:xfrm>
            <a:off x="272980" y="4798034"/>
            <a:ext cx="8526235" cy="12003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a:latin typeface="SoDo Sans"/>
              </a:rPr>
              <a:t>Consistency features add very little to predicting the future revenue</a:t>
            </a:r>
          </a:p>
          <a:p>
            <a:pPr marL="285750" indent="-285750">
              <a:buFont typeface="Arial"/>
              <a:buChar char="•"/>
            </a:pPr>
            <a:r>
              <a:rPr lang="en-US">
                <a:latin typeface="SoDo Sans"/>
              </a:rPr>
              <a:t>Monetary dominates</a:t>
            </a:r>
          </a:p>
          <a:p>
            <a:pPr marL="285750" indent="-285750">
              <a:buFont typeface="Arial"/>
              <a:buChar char="•"/>
            </a:pPr>
            <a:r>
              <a:rPr lang="en-US">
                <a:latin typeface="SoDo Sans"/>
              </a:rPr>
              <a:t>Recency should stay</a:t>
            </a:r>
          </a:p>
          <a:p>
            <a:pPr marL="285750" indent="-285750">
              <a:buFont typeface="Arial"/>
              <a:buChar char="•"/>
            </a:pPr>
            <a:endParaRPr lang="en-US" b="1"/>
          </a:p>
        </p:txBody>
      </p:sp>
    </p:spTree>
    <p:extLst>
      <p:ext uri="{BB962C8B-B14F-4D97-AF65-F5344CB8AC3E}">
        <p14:creationId xmlns:p14="http://schemas.microsoft.com/office/powerpoint/2010/main" val="303419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9DA13-6171-BC32-C20F-F95F800A9AE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0773441-2DDD-9F8C-A716-D9299E079CA1}"/>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BE3AECA8-EC88-464B-CD49-2076FD766D68}"/>
              </a:ext>
            </a:extLst>
          </p:cNvPr>
          <p:cNvSpPr>
            <a:spLocks noGrp="1"/>
          </p:cNvSpPr>
          <p:nvPr>
            <p:ph type="body" sz="quarter" idx="12"/>
          </p:nvPr>
        </p:nvSpPr>
        <p:spPr>
          <a:xfrm>
            <a:off x="443303" y="1562102"/>
            <a:ext cx="7421911" cy="577850"/>
          </a:xfrm>
        </p:spPr>
        <p:txBody>
          <a:bodyPr/>
          <a:lstStyle/>
          <a:p>
            <a:r>
              <a:rPr lang="en-US"/>
              <a:t>What are the measures behind the three dimensions of behavior?</a:t>
            </a:r>
          </a:p>
        </p:txBody>
      </p:sp>
      <p:sp>
        <p:nvSpPr>
          <p:cNvPr id="4" name="Text Placeholder 3">
            <a:extLst>
              <a:ext uri="{FF2B5EF4-FFF2-40B4-BE49-F238E27FC236}">
                <a16:creationId xmlns:a16="http://schemas.microsoft.com/office/drawing/2014/main" id="{0EEB52D5-500A-5180-34AB-AB62BE93BBA6}"/>
              </a:ext>
            </a:extLst>
          </p:cNvPr>
          <p:cNvSpPr>
            <a:spLocks noGrp="1"/>
          </p:cNvSpPr>
          <p:nvPr>
            <p:ph type="body" sz="quarter" idx="11"/>
          </p:nvPr>
        </p:nvSpPr>
        <p:spPr>
          <a:xfrm>
            <a:off x="443303" y="895352"/>
            <a:ext cx="10914507" cy="577850"/>
          </a:xfrm>
        </p:spPr>
        <p:txBody>
          <a:bodyPr/>
          <a:lstStyle/>
          <a:p>
            <a:r>
              <a:rPr lang="en-US"/>
              <a:t>Behavior Features</a:t>
            </a:r>
          </a:p>
        </p:txBody>
      </p:sp>
      <p:sp>
        <p:nvSpPr>
          <p:cNvPr id="5" name="Text Placeholder 4">
            <a:extLst>
              <a:ext uri="{FF2B5EF4-FFF2-40B4-BE49-F238E27FC236}">
                <a16:creationId xmlns:a16="http://schemas.microsoft.com/office/drawing/2014/main" id="{475D4943-0A01-F36A-75F9-D0E16078AFB1}"/>
              </a:ext>
            </a:extLst>
          </p:cNvPr>
          <p:cNvSpPr>
            <a:spLocks noGrp="1"/>
          </p:cNvSpPr>
          <p:nvPr>
            <p:ph type="body" sz="quarter" idx="10"/>
          </p:nvPr>
        </p:nvSpPr>
        <p:spPr/>
        <p:txBody>
          <a:bodyPr/>
          <a:lstStyle/>
          <a:p>
            <a:endParaRPr lang="en-US"/>
          </a:p>
        </p:txBody>
      </p:sp>
      <p:sp>
        <p:nvSpPr>
          <p:cNvPr id="9" name="TextBox 8">
            <a:extLst>
              <a:ext uri="{FF2B5EF4-FFF2-40B4-BE49-F238E27FC236}">
                <a16:creationId xmlns:a16="http://schemas.microsoft.com/office/drawing/2014/main" id="{A7488349-5231-C95D-271C-446762844446}"/>
              </a:ext>
            </a:extLst>
          </p:cNvPr>
          <p:cNvSpPr txBox="1"/>
          <p:nvPr/>
        </p:nvSpPr>
        <p:spPr>
          <a:xfrm>
            <a:off x="5900556" y="1848402"/>
            <a:ext cx="4620127" cy="4278094"/>
          </a:xfrm>
          <a:prstGeom prst="rect">
            <a:avLst/>
          </a:prstGeom>
          <a:noFill/>
        </p:spPr>
        <p:txBody>
          <a:bodyPr wrap="square" rtlCol="0">
            <a:spAutoFit/>
          </a:bodyPr>
          <a:lstStyle/>
          <a:p>
            <a:pPr marL="285750" indent="-285750">
              <a:buFont typeface="Arial" panose="020B0604020202020204" pitchFamily="34" charset="0"/>
              <a:buChar char="•"/>
            </a:pPr>
            <a:r>
              <a:rPr lang="en-US" sz="1600"/>
              <a:t>Easy to understand</a:t>
            </a:r>
          </a:p>
          <a:p>
            <a:pPr marL="285750" indent="-285750">
              <a:buFont typeface="Arial" panose="020B0604020202020204" pitchFamily="34" charset="0"/>
              <a:buChar char="•"/>
            </a:pPr>
            <a:r>
              <a:rPr lang="en-US" sz="1600"/>
              <a:t>Ordered in an intuitive way*</a:t>
            </a:r>
          </a:p>
          <a:p>
            <a:pPr marL="285750" indent="-285750">
              <a:buFont typeface="Arial" panose="020B0604020202020204" pitchFamily="34" charset="0"/>
              <a:buChar char="•"/>
            </a:pPr>
            <a:r>
              <a:rPr lang="en-US" sz="1600"/>
              <a:t>Intuitive so that stakeholders believe it</a:t>
            </a:r>
          </a:p>
          <a:p>
            <a:pPr marL="285750" indent="-285750">
              <a:buFont typeface="Arial" panose="020B0604020202020204" pitchFamily="34" charset="0"/>
              <a:buChar char="•"/>
            </a:pPr>
            <a:r>
              <a:rPr lang="en-US" sz="1600"/>
              <a:t>Correlate or predict future value</a:t>
            </a:r>
          </a:p>
          <a:p>
            <a:pPr marL="742950" lvl="1" indent="-285750">
              <a:buFont typeface="Arial" panose="020B0604020202020204" pitchFamily="34" charset="0"/>
              <a:buChar char="•"/>
            </a:pPr>
            <a:r>
              <a:rPr lang="en-US" sz="1600"/>
              <a:t>Retention</a:t>
            </a:r>
          </a:p>
          <a:p>
            <a:pPr marL="742950" lvl="1" indent="-285750">
              <a:buFont typeface="Arial" panose="020B0604020202020204" pitchFamily="34" charset="0"/>
              <a:buChar char="•"/>
            </a:pPr>
            <a:r>
              <a:rPr lang="en-US" sz="1600"/>
              <a:t>Value </a:t>
            </a:r>
          </a:p>
          <a:p>
            <a:pPr marL="285750" indent="-285750">
              <a:buFont typeface="Arial" panose="020B0604020202020204" pitchFamily="34" charset="0"/>
              <a:buChar char="•"/>
            </a:pPr>
            <a:r>
              <a:rPr lang="en-US" sz="1600"/>
              <a:t>Linked to strategic </a:t>
            </a:r>
          </a:p>
          <a:p>
            <a:endParaRPr lang="en-US" sz="1600"/>
          </a:p>
          <a:p>
            <a:r>
              <a:rPr lang="en-US" sz="1600"/>
              <a:t>Methodology: All at once feature selection approach.</a:t>
            </a:r>
          </a:p>
          <a:p>
            <a:pPr marL="285750" indent="-285750">
              <a:buFont typeface="Arial" panose="020B0604020202020204" pitchFamily="34" charset="0"/>
              <a:buChar char="•"/>
            </a:pPr>
            <a:r>
              <a:rPr lang="en-US" sz="1600"/>
              <a:t>After the model with the RFMC features.</a:t>
            </a:r>
          </a:p>
          <a:p>
            <a:pPr marL="285750" indent="-285750">
              <a:buFont typeface="Arial" panose="020B0604020202020204" pitchFamily="34" charset="0"/>
              <a:buChar char="•"/>
            </a:pPr>
            <a:r>
              <a:rPr lang="en-US" sz="1600"/>
              <a:t>Find the features that predict </a:t>
            </a:r>
            <a:r>
              <a:rPr lang="en-US" sz="1600" b="1">
                <a:solidFill>
                  <a:schemeClr val="accent1"/>
                </a:solidFill>
              </a:rPr>
              <a:t>90-day spend (revenue)</a:t>
            </a:r>
            <a:r>
              <a:rPr lang="en-US" sz="1600"/>
              <a:t>. </a:t>
            </a:r>
          </a:p>
          <a:p>
            <a:pPr marL="285750" indent="-285750">
              <a:buFont typeface="Arial" panose="020B0604020202020204" pitchFamily="34" charset="0"/>
              <a:buChar char="•"/>
            </a:pPr>
            <a:r>
              <a:rPr lang="en-US" sz="1600"/>
              <a:t>Use exhaustive feature list</a:t>
            </a:r>
          </a:p>
          <a:p>
            <a:pPr marL="285750" indent="-285750">
              <a:buFont typeface="Arial" panose="020B0604020202020204" pitchFamily="34" charset="0"/>
              <a:buChar char="•"/>
            </a:pPr>
            <a:r>
              <a:rPr lang="en-US" sz="1600"/>
              <a:t>Use feature selection approaches</a:t>
            </a:r>
          </a:p>
          <a:p>
            <a:pPr marL="285750" indent="-285750">
              <a:buFont typeface="Arial" panose="020B0604020202020204" pitchFamily="34" charset="0"/>
              <a:buChar char="•"/>
            </a:pPr>
            <a:r>
              <a:rPr lang="en-US" sz="1600"/>
              <a:t>Use R-squared to explain how much of the 90-day spend is explained by the features</a:t>
            </a:r>
          </a:p>
        </p:txBody>
      </p:sp>
      <p:pic>
        <p:nvPicPr>
          <p:cNvPr id="7" name="Picture 6">
            <a:extLst>
              <a:ext uri="{FF2B5EF4-FFF2-40B4-BE49-F238E27FC236}">
                <a16:creationId xmlns:a16="http://schemas.microsoft.com/office/drawing/2014/main" id="{296D9227-ABD9-72A5-3CC8-CC50D0557B0D}"/>
              </a:ext>
            </a:extLst>
          </p:cNvPr>
          <p:cNvPicPr>
            <a:picLocks noChangeAspect="1"/>
          </p:cNvPicPr>
          <p:nvPr/>
        </p:nvPicPr>
        <p:blipFill>
          <a:blip r:embed="rId2"/>
          <a:stretch>
            <a:fillRect/>
          </a:stretch>
        </p:blipFill>
        <p:spPr>
          <a:xfrm>
            <a:off x="1369109" y="2024413"/>
            <a:ext cx="3429479" cy="3810532"/>
          </a:xfrm>
          <a:prstGeom prst="rect">
            <a:avLst/>
          </a:prstGeom>
        </p:spPr>
      </p:pic>
    </p:spTree>
    <p:extLst>
      <p:ext uri="{BB962C8B-B14F-4D97-AF65-F5344CB8AC3E}">
        <p14:creationId xmlns:p14="http://schemas.microsoft.com/office/powerpoint/2010/main" val="1478402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5843F-8A21-1614-412B-EA09660770E0}"/>
            </a:ext>
          </a:extLst>
        </p:cNvPr>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129D56FA-2A2F-1568-555D-0E51B0F472D9}"/>
              </a:ext>
            </a:extLst>
          </p:cNvPr>
          <p:cNvGraphicFramePr/>
          <p:nvPr>
            <p:extLst>
              <p:ext uri="{D42A27DB-BD31-4B8C-83A1-F6EECF244321}">
                <p14:modId xmlns:p14="http://schemas.microsoft.com/office/powerpoint/2010/main" val="3635615902"/>
              </p:ext>
            </p:extLst>
          </p:nvPr>
        </p:nvGraphicFramePr>
        <p:xfrm>
          <a:off x="6100165" y="1473203"/>
          <a:ext cx="5330952" cy="2673348"/>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 Placeholder 1">
            <a:extLst>
              <a:ext uri="{FF2B5EF4-FFF2-40B4-BE49-F238E27FC236}">
                <a16:creationId xmlns:a16="http://schemas.microsoft.com/office/drawing/2014/main" id="{5642707F-FF31-2DB7-67C0-C918AB0A619A}"/>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EF0AA943-4CD6-4CCD-2B54-BE9A33B86A08}"/>
              </a:ext>
            </a:extLst>
          </p:cNvPr>
          <p:cNvSpPr>
            <a:spLocks noGrp="1"/>
          </p:cNvSpPr>
          <p:nvPr>
            <p:ph type="body" sz="quarter" idx="11"/>
          </p:nvPr>
        </p:nvSpPr>
        <p:spPr/>
        <p:txBody>
          <a:bodyPr lIns="0" tIns="45720" rIns="91440" bIns="45720" anchor="t"/>
          <a:lstStyle/>
          <a:p>
            <a:r>
              <a:rPr lang="en-US" sz="3150">
                <a:latin typeface="SoDo Sans"/>
              </a:rPr>
              <a:t>Behavior Features</a:t>
            </a:r>
            <a:endParaRPr lang="en-US" sz="3150"/>
          </a:p>
        </p:txBody>
      </p:sp>
      <p:sp>
        <p:nvSpPr>
          <p:cNvPr id="5" name="Text Placeholder 4">
            <a:extLst>
              <a:ext uri="{FF2B5EF4-FFF2-40B4-BE49-F238E27FC236}">
                <a16:creationId xmlns:a16="http://schemas.microsoft.com/office/drawing/2014/main" id="{B982BD32-5E4A-337C-AEA9-B0C351761F14}"/>
              </a:ext>
            </a:extLst>
          </p:cNvPr>
          <p:cNvSpPr>
            <a:spLocks noGrp="1"/>
          </p:cNvSpPr>
          <p:nvPr>
            <p:ph type="body" sz="quarter" idx="10"/>
          </p:nvPr>
        </p:nvSpPr>
        <p:spPr/>
        <p:txBody>
          <a:bodyPr/>
          <a:lstStyle/>
          <a:p>
            <a:endParaRPr lang="en-US"/>
          </a:p>
        </p:txBody>
      </p:sp>
      <p:sp>
        <p:nvSpPr>
          <p:cNvPr id="7" name="TextBox 6">
            <a:extLst>
              <a:ext uri="{FF2B5EF4-FFF2-40B4-BE49-F238E27FC236}">
                <a16:creationId xmlns:a16="http://schemas.microsoft.com/office/drawing/2014/main" id="{7FD6370A-8DEB-D586-B66C-EDA7107ED234}"/>
              </a:ext>
            </a:extLst>
          </p:cNvPr>
          <p:cNvSpPr txBox="1"/>
          <p:nvPr/>
        </p:nvSpPr>
        <p:spPr>
          <a:xfrm>
            <a:off x="400232" y="4312209"/>
            <a:ext cx="11391535" cy="1908215"/>
          </a:xfrm>
          <a:prstGeom prst="rect">
            <a:avLst/>
          </a:prstGeom>
          <a:noFill/>
        </p:spPr>
        <p:txBody>
          <a:bodyPr wrap="square" lIns="91440" tIns="45720" rIns="91440" bIns="45720" rtlCol="0" anchor="t">
            <a:spAutoFit/>
          </a:bodyPr>
          <a:lstStyle/>
          <a:p>
            <a:r>
              <a:rPr lang="en-US" sz="1200"/>
              <a:t>We explored transaction data of a subset of customers and found directional correlations between average revenue per ticket and both daypart and channel usage. These correlations were statistically real (p-value near 0) and represent actionable levers for the business to utilize. Utilizing calculated scores for daypart and channel usage, we can assign each customer to a high/middle/low value state at any time grain and cadence*.</a:t>
            </a:r>
          </a:p>
          <a:p>
            <a:endParaRPr lang="en-US" sz="1200"/>
          </a:p>
          <a:p>
            <a:r>
              <a:rPr lang="en-US" sz="1200"/>
              <a:t>This part of the analysis was limited in the following ways:</a:t>
            </a:r>
          </a:p>
          <a:p>
            <a:pPr marL="171450" indent="-171450">
              <a:buFontTx/>
              <a:buChar char="-"/>
            </a:pPr>
            <a:r>
              <a:rPr lang="en-US" sz="1000"/>
              <a:t>Starbucks Rewards members only</a:t>
            </a:r>
          </a:p>
          <a:p>
            <a:pPr marL="171450" indent="-171450">
              <a:buFontTx/>
              <a:buChar char="-"/>
            </a:pPr>
            <a:r>
              <a:rPr lang="en-US" sz="1000"/>
              <a:t>Date range of March 10</a:t>
            </a:r>
            <a:r>
              <a:rPr lang="en-US" sz="1000" baseline="30000"/>
              <a:t>th</a:t>
            </a:r>
            <a:r>
              <a:rPr lang="en-US" sz="1000"/>
              <a:t> –  May 23</a:t>
            </a:r>
            <a:r>
              <a:rPr lang="en-US" sz="1000" baseline="30000"/>
              <a:t>rd</a:t>
            </a:r>
            <a:r>
              <a:rPr lang="en-US" sz="1000"/>
              <a:t> 2026 to align with the start of Next Gen Loyalty</a:t>
            </a:r>
          </a:p>
          <a:p>
            <a:pPr marL="171450" indent="-171450">
              <a:buFontTx/>
              <a:buChar char="-"/>
            </a:pPr>
            <a:r>
              <a:rPr lang="en-US" sz="1000"/>
              <a:t>Customers who had more than 2 transaction-days per week</a:t>
            </a:r>
          </a:p>
          <a:p>
            <a:pPr marL="171450" indent="-171450">
              <a:buFontTx/>
              <a:buChar char="-"/>
            </a:pPr>
            <a:endParaRPr lang="en-US" sz="1000"/>
          </a:p>
          <a:p>
            <a:r>
              <a:rPr lang="en-US" sz="1000"/>
              <a:t>*Normalized for transaction frequency to not overweigh customers with multiple transactions per day</a:t>
            </a:r>
            <a:endParaRPr lang="en-US"/>
          </a:p>
          <a:p>
            <a:pPr marL="171450" indent="-171450">
              <a:buFontTx/>
              <a:buChar char="-"/>
            </a:pPr>
            <a:endParaRPr lang="en-US" sz="1200" baseline="30000"/>
          </a:p>
        </p:txBody>
      </p:sp>
      <p:graphicFrame>
        <p:nvGraphicFramePr>
          <p:cNvPr id="9" name="Chart 8">
            <a:extLst>
              <a:ext uri="{FF2B5EF4-FFF2-40B4-BE49-F238E27FC236}">
                <a16:creationId xmlns:a16="http://schemas.microsoft.com/office/drawing/2014/main" id="{1711790D-1A69-E75B-3EFB-2BAEF09ECCBE}"/>
              </a:ext>
            </a:extLst>
          </p:cNvPr>
          <p:cNvGraphicFramePr/>
          <p:nvPr>
            <p:extLst>
              <p:ext uri="{D42A27DB-BD31-4B8C-83A1-F6EECF244321}">
                <p14:modId xmlns:p14="http://schemas.microsoft.com/office/powerpoint/2010/main" val="2851064689"/>
              </p:ext>
            </p:extLst>
          </p:nvPr>
        </p:nvGraphicFramePr>
        <p:xfrm>
          <a:off x="468707" y="1473203"/>
          <a:ext cx="5334000" cy="267334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64512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375C8-391B-1F77-E1D3-4620C2029C0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321924F-B54C-89E2-5DD6-F98C6C4D1DFD}"/>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C733758D-5CAD-7451-FD73-765D81204A75}"/>
              </a:ext>
            </a:extLst>
          </p:cNvPr>
          <p:cNvSpPr>
            <a:spLocks noGrp="1"/>
          </p:cNvSpPr>
          <p:nvPr>
            <p:ph type="body" sz="quarter" idx="11"/>
          </p:nvPr>
        </p:nvSpPr>
        <p:spPr/>
        <p:txBody>
          <a:bodyPr lIns="0" tIns="45720" rIns="91440" bIns="45720" anchor="t"/>
          <a:lstStyle/>
          <a:p>
            <a:r>
              <a:rPr lang="en-US" sz="3150">
                <a:latin typeface="SoDo Sans"/>
              </a:rPr>
              <a:t>Behavior Features</a:t>
            </a:r>
            <a:endParaRPr lang="en-US" sz="3150"/>
          </a:p>
        </p:txBody>
      </p:sp>
      <p:sp>
        <p:nvSpPr>
          <p:cNvPr id="5" name="Text Placeholder 4">
            <a:extLst>
              <a:ext uri="{FF2B5EF4-FFF2-40B4-BE49-F238E27FC236}">
                <a16:creationId xmlns:a16="http://schemas.microsoft.com/office/drawing/2014/main" id="{AE19D8F3-71E5-A8CF-7DEF-231AF641DEB8}"/>
              </a:ext>
            </a:extLst>
          </p:cNvPr>
          <p:cNvSpPr>
            <a:spLocks noGrp="1"/>
          </p:cNvSpPr>
          <p:nvPr>
            <p:ph type="body" sz="quarter" idx="10"/>
          </p:nvPr>
        </p:nvSpPr>
        <p:spPr/>
        <p:txBody>
          <a:bodyPr/>
          <a:lstStyle/>
          <a:p>
            <a:endParaRPr lang="en-US"/>
          </a:p>
        </p:txBody>
      </p:sp>
      <p:sp>
        <p:nvSpPr>
          <p:cNvPr id="7" name="TextBox 6">
            <a:extLst>
              <a:ext uri="{FF2B5EF4-FFF2-40B4-BE49-F238E27FC236}">
                <a16:creationId xmlns:a16="http://schemas.microsoft.com/office/drawing/2014/main" id="{A1015E7F-5AAF-1F0E-33E8-5995CECAB93A}"/>
              </a:ext>
            </a:extLst>
          </p:cNvPr>
          <p:cNvSpPr txBox="1"/>
          <p:nvPr/>
        </p:nvSpPr>
        <p:spPr>
          <a:xfrm>
            <a:off x="934013" y="1924348"/>
            <a:ext cx="4740330" cy="2185214"/>
          </a:xfrm>
          <a:prstGeom prst="rect">
            <a:avLst/>
          </a:prstGeom>
          <a:noFill/>
        </p:spPr>
        <p:txBody>
          <a:bodyPr wrap="square" lIns="91440" tIns="45720" rIns="91440" bIns="45720" rtlCol="0" anchor="t">
            <a:spAutoFit/>
          </a:bodyPr>
          <a:lstStyle/>
          <a:p>
            <a:r>
              <a:rPr lang="en-US" sz="1600"/>
              <a:t>Starbucks Rewards Status Tiers</a:t>
            </a:r>
          </a:p>
          <a:p>
            <a:r>
              <a:rPr lang="en-US" sz="1200"/>
              <a:t>We found differences in average revenue per transaction between the 3 different loyalty tiers (Green/Gold/Reserve), but these differences are not actionable nor informative for the business independent of transaction frequency.</a:t>
            </a:r>
          </a:p>
          <a:p>
            <a:endParaRPr lang="en-US" sz="1200"/>
          </a:p>
          <a:p>
            <a:r>
              <a:rPr lang="en-US" sz="1200">
                <a:solidFill>
                  <a:srgbClr val="000000"/>
                </a:solidFill>
              </a:rPr>
              <a:t>Similarly, we found increased weekly value generated by customers who redeemed Star Rewards when making transactions, but this is necessarily true because customers would have generated more revenue to obtain the Stars before transacting.</a:t>
            </a:r>
          </a:p>
          <a:p>
            <a:endParaRPr lang="en-US" sz="1200"/>
          </a:p>
        </p:txBody>
      </p:sp>
      <p:graphicFrame>
        <p:nvGraphicFramePr>
          <p:cNvPr id="12" name="Table 11">
            <a:extLst>
              <a:ext uri="{FF2B5EF4-FFF2-40B4-BE49-F238E27FC236}">
                <a16:creationId xmlns:a16="http://schemas.microsoft.com/office/drawing/2014/main" id="{E3079B16-1343-98DD-AE16-B55BA9B5F7C5}"/>
              </a:ext>
            </a:extLst>
          </p:cNvPr>
          <p:cNvGraphicFramePr>
            <a:graphicFrameLocks noGrp="1"/>
          </p:cNvGraphicFramePr>
          <p:nvPr>
            <p:extLst>
              <p:ext uri="{D42A27DB-BD31-4B8C-83A1-F6EECF244321}">
                <p14:modId xmlns:p14="http://schemas.microsoft.com/office/powerpoint/2010/main" val="338001198"/>
              </p:ext>
            </p:extLst>
          </p:nvPr>
        </p:nvGraphicFramePr>
        <p:xfrm>
          <a:off x="6974829" y="1924348"/>
          <a:ext cx="4897974" cy="1621808"/>
        </p:xfrm>
        <a:graphic>
          <a:graphicData uri="http://schemas.openxmlformats.org/drawingml/2006/table">
            <a:tbl>
              <a:tblPr firstRow="1" bandRow="1">
                <a:tableStyleId>{F5AB1C69-6EDB-4FF4-983F-18BD219EF322}</a:tableStyleId>
              </a:tblPr>
              <a:tblGrid>
                <a:gridCol w="2448987">
                  <a:extLst>
                    <a:ext uri="{9D8B030D-6E8A-4147-A177-3AD203B41FA5}">
                      <a16:colId xmlns:a16="http://schemas.microsoft.com/office/drawing/2014/main" val="1392542338"/>
                    </a:ext>
                  </a:extLst>
                </a:gridCol>
                <a:gridCol w="2448987">
                  <a:extLst>
                    <a:ext uri="{9D8B030D-6E8A-4147-A177-3AD203B41FA5}">
                      <a16:colId xmlns:a16="http://schemas.microsoft.com/office/drawing/2014/main" val="339824179"/>
                    </a:ext>
                  </a:extLst>
                </a:gridCol>
              </a:tblGrid>
              <a:tr h="405452">
                <a:tc>
                  <a:txBody>
                    <a:bodyPr/>
                    <a:lstStyle/>
                    <a:p>
                      <a:pPr algn="ctr"/>
                      <a:r>
                        <a:rPr lang="en-US" sz="1200"/>
                        <a:t>Average Ticket Revenue</a:t>
                      </a:r>
                    </a:p>
                  </a:txBody>
                  <a:tcPr/>
                </a:tc>
                <a:tc>
                  <a:txBody>
                    <a:bodyPr/>
                    <a:lstStyle/>
                    <a:p>
                      <a:pPr algn="ctr"/>
                      <a:r>
                        <a:rPr lang="en-US" sz="1200"/>
                        <a:t>Average Frequency</a:t>
                      </a:r>
                    </a:p>
                  </a:txBody>
                  <a:tcPr/>
                </a:tc>
                <a:extLst>
                  <a:ext uri="{0D108BD9-81ED-4DB2-BD59-A6C34878D82A}">
                    <a16:rowId xmlns:a16="http://schemas.microsoft.com/office/drawing/2014/main" val="3015113963"/>
                  </a:ext>
                </a:extLst>
              </a:tr>
              <a:tr h="405452">
                <a:tc>
                  <a:txBody>
                    <a:bodyPr/>
                    <a:lstStyle/>
                    <a:p>
                      <a:pPr algn="ctr"/>
                      <a:r>
                        <a:rPr lang="en-US" sz="1200"/>
                        <a:t>$9.80</a:t>
                      </a:r>
                    </a:p>
                  </a:txBody>
                  <a:tcPr anchor="ctr"/>
                </a:tc>
                <a:tc>
                  <a:txBody>
                    <a:bodyPr/>
                    <a:lstStyle/>
                    <a:p>
                      <a:pPr algn="ctr"/>
                      <a:r>
                        <a:rPr lang="en-US" sz="1200"/>
                        <a:t>1.49 transactions/week</a:t>
                      </a:r>
                    </a:p>
                  </a:txBody>
                  <a:tcPr anchor="ctr"/>
                </a:tc>
                <a:extLst>
                  <a:ext uri="{0D108BD9-81ED-4DB2-BD59-A6C34878D82A}">
                    <a16:rowId xmlns:a16="http://schemas.microsoft.com/office/drawing/2014/main" val="3717087861"/>
                  </a:ext>
                </a:extLst>
              </a:tr>
              <a:tr h="405452">
                <a:tc>
                  <a:txBody>
                    <a:bodyPr/>
                    <a:lstStyle/>
                    <a:p>
                      <a:pPr algn="ctr"/>
                      <a:r>
                        <a:rPr lang="en-US" sz="1200"/>
                        <a:t>$9.65</a:t>
                      </a:r>
                    </a:p>
                  </a:txBody>
                  <a:tcPr anchor="ctr"/>
                </a:tc>
                <a:tc>
                  <a:txBody>
                    <a:bodyPr/>
                    <a:lstStyle/>
                    <a:p>
                      <a:pPr algn="ctr"/>
                      <a:r>
                        <a:rPr lang="en-US" sz="1200"/>
                        <a:t>2.17 transactions/week</a:t>
                      </a:r>
                    </a:p>
                  </a:txBody>
                  <a:tcPr anchor="ctr"/>
                </a:tc>
                <a:extLst>
                  <a:ext uri="{0D108BD9-81ED-4DB2-BD59-A6C34878D82A}">
                    <a16:rowId xmlns:a16="http://schemas.microsoft.com/office/drawing/2014/main" val="1521725948"/>
                  </a:ext>
                </a:extLst>
              </a:tr>
              <a:tr h="405452">
                <a:tc>
                  <a:txBody>
                    <a:bodyPr/>
                    <a:lstStyle/>
                    <a:p>
                      <a:pPr algn="ctr"/>
                      <a:r>
                        <a:rPr lang="en-US" sz="1200"/>
                        <a:t>$9.67</a:t>
                      </a:r>
                    </a:p>
                  </a:txBody>
                  <a:tcPr anchor="ctr"/>
                </a:tc>
                <a:tc>
                  <a:txBody>
                    <a:bodyPr/>
                    <a:lstStyle/>
                    <a:p>
                      <a:pPr algn="ctr"/>
                      <a:r>
                        <a:rPr lang="en-US" sz="1200"/>
                        <a:t>4.16 transactions/week</a:t>
                      </a:r>
                    </a:p>
                  </a:txBody>
                  <a:tcPr anchor="ctr"/>
                </a:tc>
                <a:extLst>
                  <a:ext uri="{0D108BD9-81ED-4DB2-BD59-A6C34878D82A}">
                    <a16:rowId xmlns:a16="http://schemas.microsoft.com/office/drawing/2014/main" val="1906542342"/>
                  </a:ext>
                </a:extLst>
              </a:tr>
            </a:tbl>
          </a:graphicData>
        </a:graphic>
      </p:graphicFrame>
      <p:sp>
        <p:nvSpPr>
          <p:cNvPr id="13" name="TextBox 12">
            <a:extLst>
              <a:ext uri="{FF2B5EF4-FFF2-40B4-BE49-F238E27FC236}">
                <a16:creationId xmlns:a16="http://schemas.microsoft.com/office/drawing/2014/main" id="{41DDD3A5-B59A-3905-2392-B1E010B10F33}"/>
              </a:ext>
            </a:extLst>
          </p:cNvPr>
          <p:cNvSpPr txBox="1"/>
          <p:nvPr/>
        </p:nvSpPr>
        <p:spPr>
          <a:xfrm>
            <a:off x="5972749" y="2417940"/>
            <a:ext cx="1010739" cy="1200329"/>
          </a:xfrm>
          <a:prstGeom prst="rect">
            <a:avLst/>
          </a:prstGeom>
          <a:noFill/>
        </p:spPr>
        <p:txBody>
          <a:bodyPr wrap="square" lIns="91440" tIns="45720" rIns="91440" bIns="45720" rtlCol="0" anchor="t">
            <a:spAutoFit/>
          </a:bodyPr>
          <a:lstStyle/>
          <a:p>
            <a:pPr algn="r"/>
            <a:r>
              <a:rPr lang="en-US" sz="1200" i="1"/>
              <a:t>Green</a:t>
            </a:r>
          </a:p>
          <a:p>
            <a:pPr algn="r"/>
            <a:endParaRPr lang="en-US" sz="1200" i="1"/>
          </a:p>
          <a:p>
            <a:pPr algn="r"/>
            <a:r>
              <a:rPr lang="en-US" sz="1200" i="1"/>
              <a:t>Gold</a:t>
            </a:r>
          </a:p>
          <a:p>
            <a:pPr algn="r"/>
            <a:endParaRPr lang="en-US" sz="1200" i="1"/>
          </a:p>
          <a:p>
            <a:pPr algn="r"/>
            <a:r>
              <a:rPr lang="en-US" sz="1200" i="1"/>
              <a:t>Reserve</a:t>
            </a:r>
          </a:p>
          <a:p>
            <a:pPr algn="r"/>
            <a:endParaRPr lang="en-US" sz="1200" i="1"/>
          </a:p>
        </p:txBody>
      </p:sp>
      <p:sp>
        <p:nvSpPr>
          <p:cNvPr id="16" name="TextBox 15">
            <a:extLst>
              <a:ext uri="{FF2B5EF4-FFF2-40B4-BE49-F238E27FC236}">
                <a16:creationId xmlns:a16="http://schemas.microsoft.com/office/drawing/2014/main" id="{05A3301B-98DC-F11A-2213-7A0FA7D434CA}"/>
              </a:ext>
            </a:extLst>
          </p:cNvPr>
          <p:cNvSpPr txBox="1"/>
          <p:nvPr/>
        </p:nvSpPr>
        <p:spPr>
          <a:xfrm>
            <a:off x="1162598" y="4559859"/>
            <a:ext cx="9866803" cy="89255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ptos" panose="02110004020202020204"/>
                <a:ea typeface="+mn-ea"/>
                <a:cs typeface="+mn-cs"/>
              </a:rPr>
              <a:t>Takeaway</a:t>
            </a:r>
          </a:p>
          <a:p>
            <a:pPr>
              <a:defRPr/>
            </a:pPr>
            <a:r>
              <a:rPr lang="en-US" sz="1200">
                <a:solidFill>
                  <a:srgbClr val="000000"/>
                </a:solidFill>
                <a:latin typeface="Aptos" panose="02110004020202020204"/>
              </a:rPr>
              <a:t>Starbucks Loyalty and Rewards data are not independently useful for segmenting customer value states because they are inherently tied to transaction frequency.  The data may become informative when we combine the behavioral and RFM features, but currently it does not contribute information to the model that is not already included in other inputs (directly or indirectly).</a:t>
            </a:r>
            <a:endParaRPr lang="en-US" sz="1200" b="0" i="0" u="none" strike="noStrike" kern="1200" cap="none" spc="0" normalizeH="0" baseline="0" noProof="0">
              <a:ln>
                <a:noFill/>
              </a:ln>
              <a:solidFill>
                <a:srgbClr val="000000"/>
              </a:solidFill>
              <a:effectLst/>
              <a:uLnTx/>
              <a:uFillTx/>
              <a:latin typeface="Aptos" panose="02110004020202020204"/>
            </a:endParaRPr>
          </a:p>
        </p:txBody>
      </p:sp>
    </p:spTree>
    <p:extLst>
      <p:ext uri="{BB962C8B-B14F-4D97-AF65-F5344CB8AC3E}">
        <p14:creationId xmlns:p14="http://schemas.microsoft.com/office/powerpoint/2010/main" val="1665232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F81DD7-85BD-8C3B-99FA-E9C464076FE3}"/>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B510E012-DF58-F73F-63D3-78DEEA3EDE15}"/>
              </a:ext>
            </a:extLst>
          </p:cNvPr>
          <p:cNvSpPr>
            <a:spLocks noGrp="1"/>
          </p:cNvSpPr>
          <p:nvPr>
            <p:ph type="body" sz="quarter" idx="11"/>
          </p:nvPr>
        </p:nvSpPr>
        <p:spPr/>
        <p:txBody>
          <a:bodyPr/>
          <a:lstStyle/>
          <a:p>
            <a:r>
              <a:rPr lang="en-US"/>
              <a:t>Feature List: (in </a:t>
            </a:r>
            <a:r>
              <a:rPr lang="en-US">
                <a:hlinkClick r:id="rId3"/>
              </a:rPr>
              <a:t>github</a:t>
            </a:r>
            <a:r>
              <a:rPr lang="en-US"/>
              <a:t>)</a:t>
            </a:r>
          </a:p>
        </p:txBody>
      </p:sp>
      <p:sp>
        <p:nvSpPr>
          <p:cNvPr id="4" name="Text Placeholder 3">
            <a:extLst>
              <a:ext uri="{FF2B5EF4-FFF2-40B4-BE49-F238E27FC236}">
                <a16:creationId xmlns:a16="http://schemas.microsoft.com/office/drawing/2014/main" id="{4B6B2709-1060-D3F3-EEF1-FEAAE7995711}"/>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046943824"/>
      </p:ext>
    </p:extLst>
  </p:cSld>
  <p:clrMapOvr>
    <a:masterClrMapping/>
  </p:clrMapOvr>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05DD2-8492-D9DE-A6AB-C47D8816081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9D1F513-CF21-0D01-BC25-4A74A4DE17C6}"/>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10106DEA-7519-C82E-59B1-E4681CD34B3C}"/>
              </a:ext>
            </a:extLst>
          </p:cNvPr>
          <p:cNvSpPr>
            <a:spLocks noGrp="1"/>
          </p:cNvSpPr>
          <p:nvPr>
            <p:ph type="body" sz="quarter" idx="11"/>
          </p:nvPr>
        </p:nvSpPr>
        <p:spPr>
          <a:xfrm>
            <a:off x="3157979" y="1765235"/>
            <a:ext cx="6438408" cy="2264641"/>
          </a:xfrm>
        </p:spPr>
        <p:txBody>
          <a:bodyPr/>
          <a:lstStyle/>
          <a:p>
            <a:r>
              <a:rPr lang="en-US" sz="3200"/>
              <a:t>State Methodology</a:t>
            </a:r>
            <a:r>
              <a:rPr lang="en-US"/>
              <a:t> </a:t>
            </a:r>
            <a:br>
              <a:rPr lang="en-US"/>
            </a:br>
            <a:r>
              <a:rPr lang="en-US"/>
              <a:t>How do we build the States?</a:t>
            </a:r>
          </a:p>
          <a:p>
            <a:endParaRPr lang="en-US"/>
          </a:p>
          <a:p>
            <a:r>
              <a:rPr lang="en-US"/>
              <a:t>I have the behaviors I want to include and the features that describe those behaviors, how do I identify the High, medium, low and, eventually, the State definitions?</a:t>
            </a:r>
          </a:p>
          <a:p>
            <a:endParaRPr lang="en-US"/>
          </a:p>
        </p:txBody>
      </p:sp>
      <p:sp>
        <p:nvSpPr>
          <p:cNvPr id="4" name="Text Placeholder 3">
            <a:extLst>
              <a:ext uri="{FF2B5EF4-FFF2-40B4-BE49-F238E27FC236}">
                <a16:creationId xmlns:a16="http://schemas.microsoft.com/office/drawing/2014/main" id="{C5B95785-C556-2C2E-D037-84774DF2141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198066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C1D229-6360-01A0-44B6-AD88B809587C}"/>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A6311733-FF8A-1108-7CF8-0D4F25DADB11}"/>
              </a:ext>
            </a:extLst>
          </p:cNvPr>
          <p:cNvSpPr>
            <a:spLocks noGrp="1"/>
          </p:cNvSpPr>
          <p:nvPr>
            <p:ph type="body" sz="quarter" idx="12"/>
          </p:nvPr>
        </p:nvSpPr>
        <p:spPr/>
        <p:txBody>
          <a:bodyPr/>
          <a:lstStyle/>
          <a:p>
            <a:r>
              <a:rPr lang="en-US"/>
              <a:t>What makes effective States </a:t>
            </a:r>
          </a:p>
        </p:txBody>
      </p:sp>
      <p:sp>
        <p:nvSpPr>
          <p:cNvPr id="4" name="Text Placeholder 3">
            <a:extLst>
              <a:ext uri="{FF2B5EF4-FFF2-40B4-BE49-F238E27FC236}">
                <a16:creationId xmlns:a16="http://schemas.microsoft.com/office/drawing/2014/main" id="{B32B1304-6220-A847-57F8-2EE779058BA1}"/>
              </a:ext>
            </a:extLst>
          </p:cNvPr>
          <p:cNvSpPr>
            <a:spLocks noGrp="1"/>
          </p:cNvSpPr>
          <p:nvPr>
            <p:ph type="body" sz="quarter" idx="11"/>
          </p:nvPr>
        </p:nvSpPr>
        <p:spPr>
          <a:xfrm>
            <a:off x="443304" y="895352"/>
            <a:ext cx="10106932" cy="577850"/>
          </a:xfrm>
        </p:spPr>
        <p:txBody>
          <a:bodyPr/>
          <a:lstStyle/>
          <a:p>
            <a:r>
              <a:rPr lang="en-US"/>
              <a:t>State Requirements</a:t>
            </a:r>
          </a:p>
        </p:txBody>
      </p:sp>
      <p:sp>
        <p:nvSpPr>
          <p:cNvPr id="5" name="Text Placeholder 4">
            <a:extLst>
              <a:ext uri="{FF2B5EF4-FFF2-40B4-BE49-F238E27FC236}">
                <a16:creationId xmlns:a16="http://schemas.microsoft.com/office/drawing/2014/main" id="{C9D95DCA-8E6B-AC54-C624-DF7DBD48A96B}"/>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F71D6A5D-6F5E-191A-C230-D19C906CFF26}"/>
              </a:ext>
            </a:extLst>
          </p:cNvPr>
          <p:cNvSpPr txBox="1"/>
          <p:nvPr/>
        </p:nvSpPr>
        <p:spPr>
          <a:xfrm>
            <a:off x="1700645" y="2228852"/>
            <a:ext cx="8790709" cy="3373582"/>
          </a:xfrm>
          <a:prstGeom prst="rect">
            <a:avLst/>
          </a:prstGeom>
          <a:noFill/>
        </p:spPr>
        <p:txBody>
          <a:bodyPr wrap="square" rtlCol="0">
            <a:noAutofit/>
          </a:bodyPr>
          <a:lstStyle/>
          <a:p>
            <a:pPr marL="285750" indent="-285750">
              <a:buFont typeface="Arial" panose="020B0604020202020204" pitchFamily="34" charset="0"/>
              <a:buChar char="•"/>
            </a:pPr>
            <a:r>
              <a:rPr lang="en-US">
                <a:latin typeface="SoDo Sans" panose="00000500000000000000" pitchFamily="2" charset="0"/>
                <a:ea typeface="SoDo Sans" panose="00000500000000000000" pitchFamily="2" charset="0"/>
              </a:rPr>
              <a:t>The segments should separate customers by their </a:t>
            </a:r>
            <a:r>
              <a:rPr lang="en-US" b="1">
                <a:solidFill>
                  <a:schemeClr val="accent1"/>
                </a:solidFill>
                <a:latin typeface="SoDo Sans" panose="00000500000000000000" pitchFamily="2" charset="0"/>
                <a:ea typeface="SoDo Sans" panose="00000500000000000000" pitchFamily="2" charset="0"/>
              </a:rPr>
              <a:t>current value </a:t>
            </a:r>
            <a:r>
              <a:rPr lang="en-US">
                <a:latin typeface="SoDo Sans" panose="00000500000000000000" pitchFamily="2" charset="0"/>
                <a:ea typeface="SoDo Sans" panose="00000500000000000000" pitchFamily="2" charset="0"/>
              </a:rPr>
              <a:t>and be ordered. The customers within a segment should be similar in value while customers in different segments should differ.</a:t>
            </a:r>
            <a:br>
              <a:rPr lang="en-US">
                <a:latin typeface="SoDo Sans" panose="00000500000000000000" pitchFamily="2" charset="0"/>
                <a:ea typeface="SoDo Sans" panose="00000500000000000000" pitchFamily="2" charset="0"/>
              </a:rPr>
            </a:br>
            <a:endParaRPr lang="en-US">
              <a:latin typeface="SoDo Sans" panose="00000500000000000000" pitchFamily="2" charset="0"/>
              <a:ea typeface="SoDo Sans" panose="00000500000000000000" pitchFamily="2" charset="0"/>
            </a:endParaRPr>
          </a:p>
          <a:p>
            <a:pPr marL="285750" indent="-285750">
              <a:buFont typeface="Arial" panose="020B0604020202020204" pitchFamily="34" charset="0"/>
              <a:buChar char="•"/>
            </a:pPr>
            <a:r>
              <a:rPr lang="en-US">
                <a:latin typeface="SoDo Sans" panose="00000500000000000000" pitchFamily="2" charset="0"/>
                <a:ea typeface="SoDo Sans" panose="00000500000000000000" pitchFamily="2" charset="0"/>
              </a:rPr>
              <a:t>The segments should be </a:t>
            </a:r>
            <a:r>
              <a:rPr lang="en-US" b="1">
                <a:solidFill>
                  <a:schemeClr val="accent1"/>
                </a:solidFill>
                <a:latin typeface="SoDo Sans" panose="00000500000000000000" pitchFamily="2" charset="0"/>
                <a:ea typeface="SoDo Sans" panose="00000500000000000000" pitchFamily="2" charset="0"/>
              </a:rPr>
              <a:t>reasonably sized</a:t>
            </a:r>
            <a:r>
              <a:rPr lang="en-US">
                <a:latin typeface="SoDo Sans" panose="00000500000000000000" pitchFamily="2" charset="0"/>
                <a:ea typeface="SoDo Sans" panose="00000500000000000000" pitchFamily="2" charset="0"/>
              </a:rPr>
              <a:t>; both in terms of the number of customers within the segments and the amount of spend the segment generates. The sizes of the segments should be </a:t>
            </a:r>
            <a:r>
              <a:rPr lang="en-US" i="1">
                <a:latin typeface="SoDo Sans" panose="00000500000000000000" pitchFamily="2" charset="0"/>
                <a:ea typeface="SoDo Sans" panose="00000500000000000000" pitchFamily="2" charset="0"/>
              </a:rPr>
              <a:t>stable through time</a:t>
            </a:r>
            <a:r>
              <a:rPr lang="en-US">
                <a:latin typeface="SoDo Sans" panose="00000500000000000000" pitchFamily="2" charset="0"/>
                <a:ea typeface="SoDo Sans" panose="00000500000000000000" pitchFamily="2" charset="0"/>
              </a:rPr>
              <a:t>.</a:t>
            </a:r>
          </a:p>
          <a:p>
            <a:pPr marL="285750" indent="-285750">
              <a:buFont typeface="Arial" panose="020B0604020202020204" pitchFamily="34" charset="0"/>
              <a:buChar char="•"/>
            </a:pPr>
            <a:endParaRPr lang="en-US">
              <a:latin typeface="SoDo Sans" panose="00000500000000000000" pitchFamily="2" charset="0"/>
              <a:ea typeface="SoDo Sans" panose="00000500000000000000" pitchFamily="2" charset="0"/>
            </a:endParaRPr>
          </a:p>
          <a:p>
            <a:pPr marL="285750" indent="-285750">
              <a:buFont typeface="Arial" panose="020B0604020202020204" pitchFamily="34" charset="0"/>
              <a:buChar char="•"/>
            </a:pPr>
            <a:r>
              <a:rPr lang="en-US" b="1">
                <a:solidFill>
                  <a:schemeClr val="accent1"/>
                </a:solidFill>
                <a:latin typeface="SoDo Sans" panose="00000500000000000000" pitchFamily="2" charset="0"/>
                <a:ea typeface="SoDo Sans" panose="00000500000000000000" pitchFamily="2" charset="0"/>
              </a:rPr>
              <a:t>Transition probabilities </a:t>
            </a:r>
            <a:r>
              <a:rPr lang="en-US">
                <a:latin typeface="SoDo Sans" panose="00000500000000000000" pitchFamily="2" charset="0"/>
                <a:ea typeface="SoDo Sans" panose="00000500000000000000" pitchFamily="2" charset="0"/>
              </a:rPr>
              <a:t>should be stable through time and not too small or big. Transition probability to stay in a segment should be larger than the transitions.</a:t>
            </a:r>
          </a:p>
        </p:txBody>
      </p:sp>
      <p:pic>
        <p:nvPicPr>
          <p:cNvPr id="8" name="Graphic 7" descr="Venn diagram outline">
            <a:extLst>
              <a:ext uri="{FF2B5EF4-FFF2-40B4-BE49-F238E27FC236}">
                <a16:creationId xmlns:a16="http://schemas.microsoft.com/office/drawing/2014/main" id="{D8D8DF41-2F92-2E80-1C30-AB892276845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16435" y="2312879"/>
            <a:ext cx="615654" cy="615654"/>
          </a:xfrm>
          <a:prstGeom prst="rect">
            <a:avLst/>
          </a:prstGeom>
        </p:spPr>
      </p:pic>
      <p:pic>
        <p:nvPicPr>
          <p:cNvPr id="10" name="Graphic 9" descr="Bar chart outline">
            <a:extLst>
              <a:ext uri="{FF2B5EF4-FFF2-40B4-BE49-F238E27FC236}">
                <a16:creationId xmlns:a16="http://schemas.microsoft.com/office/drawing/2014/main" id="{00426A1E-D4BF-0DB9-5DB4-A214B6988D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6435" y="3376356"/>
            <a:ext cx="749556" cy="749556"/>
          </a:xfrm>
          <a:prstGeom prst="rect">
            <a:avLst/>
          </a:prstGeom>
        </p:spPr>
      </p:pic>
      <p:pic>
        <p:nvPicPr>
          <p:cNvPr id="12" name="Graphic 11" descr="Workflow outline">
            <a:extLst>
              <a:ext uri="{FF2B5EF4-FFF2-40B4-BE49-F238E27FC236}">
                <a16:creationId xmlns:a16="http://schemas.microsoft.com/office/drawing/2014/main" id="{97A29A8A-1EFD-C341-90A4-013DE2E620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6435" y="4489395"/>
            <a:ext cx="749556" cy="749556"/>
          </a:xfrm>
          <a:prstGeom prst="rect">
            <a:avLst/>
          </a:prstGeom>
        </p:spPr>
      </p:pic>
    </p:spTree>
    <p:extLst>
      <p:ext uri="{BB962C8B-B14F-4D97-AF65-F5344CB8AC3E}">
        <p14:creationId xmlns:p14="http://schemas.microsoft.com/office/powerpoint/2010/main" val="251875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9">
            <a:extLst>
              <a:ext uri="{FF2B5EF4-FFF2-40B4-BE49-F238E27FC236}">
                <a16:creationId xmlns:a16="http://schemas.microsoft.com/office/drawing/2014/main" id="{86603B6E-A3FB-3B9A-F37B-B8A1AF0011AA}"/>
              </a:ext>
            </a:extLst>
          </p:cNvPr>
          <p:cNvSpPr/>
          <p:nvPr/>
        </p:nvSpPr>
        <p:spPr>
          <a:xfrm>
            <a:off x="419699" y="3652036"/>
            <a:ext cx="3169920" cy="402336"/>
          </a:xfrm>
          <a:prstGeom prst="rect">
            <a:avLst/>
          </a:prstGeom>
          <a:solidFill>
            <a:srgbClr val="EBEBEA"/>
          </a:solidFill>
          <a:ln w="6350">
            <a:solidFill>
              <a:srgbClr val="D9D9D9"/>
            </a:solidFill>
            <a:prstDash val="solid"/>
          </a:ln>
        </p:spPr>
        <p:txBody>
          <a:bodyPr/>
          <a:lstStyle/>
          <a:p>
            <a:endParaRPr lang="en-US" sz="2400">
              <a:latin typeface="SoDo Sans" panose="00000500000000000000"/>
            </a:endParaRPr>
          </a:p>
        </p:txBody>
      </p:sp>
      <p:sp>
        <p:nvSpPr>
          <p:cNvPr id="62" name="Shape 9">
            <a:extLst>
              <a:ext uri="{FF2B5EF4-FFF2-40B4-BE49-F238E27FC236}">
                <a16:creationId xmlns:a16="http://schemas.microsoft.com/office/drawing/2014/main" id="{7F95CAB5-609A-577D-355D-693A49D0545F}"/>
              </a:ext>
            </a:extLst>
          </p:cNvPr>
          <p:cNvSpPr/>
          <p:nvPr/>
        </p:nvSpPr>
        <p:spPr>
          <a:xfrm>
            <a:off x="4782588" y="3248158"/>
            <a:ext cx="3169920" cy="402336"/>
          </a:xfrm>
          <a:prstGeom prst="rect">
            <a:avLst/>
          </a:prstGeom>
          <a:solidFill>
            <a:srgbClr val="EBEBEA"/>
          </a:solidFill>
          <a:ln w="6350">
            <a:solidFill>
              <a:srgbClr val="D9D9D9"/>
            </a:solidFill>
            <a:prstDash val="solid"/>
          </a:ln>
        </p:spPr>
        <p:txBody>
          <a:bodyPr/>
          <a:lstStyle/>
          <a:p>
            <a:endParaRPr lang="en-US" sz="2400">
              <a:latin typeface="SoDo Sans" panose="00000500000000000000"/>
            </a:endParaRPr>
          </a:p>
        </p:txBody>
      </p:sp>
      <p:sp>
        <p:nvSpPr>
          <p:cNvPr id="4" name="Text Placeholder 3">
            <a:extLst>
              <a:ext uri="{FF2B5EF4-FFF2-40B4-BE49-F238E27FC236}">
                <a16:creationId xmlns:a16="http://schemas.microsoft.com/office/drawing/2014/main" id="{29C62F78-B783-8952-8790-2DD65AD7AD39}"/>
              </a:ext>
            </a:extLst>
          </p:cNvPr>
          <p:cNvSpPr>
            <a:spLocks noGrp="1"/>
          </p:cNvSpPr>
          <p:nvPr>
            <p:ph type="body" sz="quarter" idx="11"/>
          </p:nvPr>
        </p:nvSpPr>
        <p:spPr>
          <a:xfrm>
            <a:off x="443303" y="895352"/>
            <a:ext cx="8636041" cy="577850"/>
          </a:xfrm>
        </p:spPr>
        <p:txBody>
          <a:bodyPr/>
          <a:lstStyle/>
          <a:p>
            <a:r>
              <a:rPr lang="en-US"/>
              <a:t>Transition probabilities</a:t>
            </a:r>
          </a:p>
        </p:txBody>
      </p:sp>
      <p:sp>
        <p:nvSpPr>
          <p:cNvPr id="5" name="Text Placeholder 4">
            <a:extLst>
              <a:ext uri="{FF2B5EF4-FFF2-40B4-BE49-F238E27FC236}">
                <a16:creationId xmlns:a16="http://schemas.microsoft.com/office/drawing/2014/main" id="{9BF4266D-EBFC-9AA4-3F78-F947EE37A02F}"/>
              </a:ext>
            </a:extLst>
          </p:cNvPr>
          <p:cNvSpPr>
            <a:spLocks noGrp="1"/>
          </p:cNvSpPr>
          <p:nvPr>
            <p:ph type="body" sz="quarter" idx="10"/>
          </p:nvPr>
        </p:nvSpPr>
        <p:spPr/>
        <p:txBody>
          <a:bodyPr/>
          <a:lstStyle/>
          <a:p>
            <a:endParaRPr lang="en-US"/>
          </a:p>
        </p:txBody>
      </p:sp>
      <p:sp>
        <p:nvSpPr>
          <p:cNvPr id="6" name="Shape 5">
            <a:extLst>
              <a:ext uri="{FF2B5EF4-FFF2-40B4-BE49-F238E27FC236}">
                <a16:creationId xmlns:a16="http://schemas.microsoft.com/office/drawing/2014/main" id="{1AD0DF5C-C648-93A7-7826-65618FFAB37B}"/>
              </a:ext>
            </a:extLst>
          </p:cNvPr>
          <p:cNvSpPr/>
          <p:nvPr/>
        </p:nvSpPr>
        <p:spPr>
          <a:xfrm>
            <a:off x="419699" y="2323966"/>
            <a:ext cx="3169920" cy="438912"/>
          </a:xfrm>
          <a:prstGeom prst="rect">
            <a:avLst/>
          </a:prstGeom>
          <a:solidFill>
            <a:srgbClr val="00704A"/>
          </a:solidFill>
          <a:ln w="12700">
            <a:solidFill>
              <a:srgbClr val="00704A"/>
            </a:solidFill>
            <a:prstDash val="solid"/>
          </a:ln>
        </p:spPr>
        <p:txBody>
          <a:bodyPr/>
          <a:lstStyle/>
          <a:p>
            <a:endParaRPr lang="en-US" sz="2400">
              <a:latin typeface="SoDo Sans" panose="00000500000000000000"/>
            </a:endParaRPr>
          </a:p>
        </p:txBody>
      </p:sp>
      <p:sp>
        <p:nvSpPr>
          <p:cNvPr id="7" name="Text 6">
            <a:extLst>
              <a:ext uri="{FF2B5EF4-FFF2-40B4-BE49-F238E27FC236}">
                <a16:creationId xmlns:a16="http://schemas.microsoft.com/office/drawing/2014/main" id="{562A8D0F-016B-0256-FF69-B6038025C9EF}"/>
              </a:ext>
            </a:extLst>
          </p:cNvPr>
          <p:cNvSpPr/>
          <p:nvPr/>
        </p:nvSpPr>
        <p:spPr>
          <a:xfrm>
            <a:off x="419699" y="2323966"/>
            <a:ext cx="3169920" cy="438912"/>
          </a:xfrm>
          <a:prstGeom prst="rect">
            <a:avLst/>
          </a:prstGeom>
          <a:noFill/>
          <a:ln/>
        </p:spPr>
        <p:txBody>
          <a:bodyPr wrap="square" rtlCol="0" anchor="ctr"/>
          <a:lstStyle/>
          <a:p>
            <a:pPr algn="ctr"/>
            <a:r>
              <a:rPr lang="en-US" sz="1733" b="1">
                <a:solidFill>
                  <a:srgbClr val="FFFFFF"/>
                </a:solidFill>
                <a:latin typeface="SoDo Sans" panose="00000500000000000000"/>
                <a:ea typeface="Calibri" pitchFamily="34" charset="-122"/>
                <a:cs typeface="Calibri" pitchFamily="34" charset="-120"/>
              </a:rPr>
              <a:t>January</a:t>
            </a:r>
            <a:endParaRPr lang="en-US" sz="1733">
              <a:latin typeface="SoDo Sans" panose="00000500000000000000"/>
            </a:endParaRPr>
          </a:p>
        </p:txBody>
      </p:sp>
      <p:sp>
        <p:nvSpPr>
          <p:cNvPr id="8" name="Shape 7">
            <a:extLst>
              <a:ext uri="{FF2B5EF4-FFF2-40B4-BE49-F238E27FC236}">
                <a16:creationId xmlns:a16="http://schemas.microsoft.com/office/drawing/2014/main" id="{12D303F3-2C77-432A-1FEB-192E62959B0D}"/>
              </a:ext>
            </a:extLst>
          </p:cNvPr>
          <p:cNvSpPr/>
          <p:nvPr/>
        </p:nvSpPr>
        <p:spPr>
          <a:xfrm>
            <a:off x="419699" y="2781166"/>
            <a:ext cx="3169920" cy="402336"/>
          </a:xfrm>
          <a:prstGeom prst="rect">
            <a:avLst/>
          </a:prstGeom>
          <a:solidFill>
            <a:srgbClr val="EBEBEA"/>
          </a:solidFill>
          <a:ln w="6350">
            <a:solidFill>
              <a:srgbClr val="D9D9D9"/>
            </a:solidFill>
            <a:prstDash val="solid"/>
          </a:ln>
        </p:spPr>
        <p:txBody>
          <a:bodyPr/>
          <a:lstStyle/>
          <a:p>
            <a:endParaRPr lang="en-US" sz="2400">
              <a:latin typeface="SoDo Sans" panose="00000500000000000000"/>
            </a:endParaRPr>
          </a:p>
        </p:txBody>
      </p:sp>
      <p:sp>
        <p:nvSpPr>
          <p:cNvPr id="9" name="Text 8">
            <a:extLst>
              <a:ext uri="{FF2B5EF4-FFF2-40B4-BE49-F238E27FC236}">
                <a16:creationId xmlns:a16="http://schemas.microsoft.com/office/drawing/2014/main" id="{E8BC70AB-0DD1-795E-409B-29FF21973D9A}"/>
              </a:ext>
            </a:extLst>
          </p:cNvPr>
          <p:cNvSpPr/>
          <p:nvPr/>
        </p:nvSpPr>
        <p:spPr>
          <a:xfrm>
            <a:off x="419699" y="2762878"/>
            <a:ext cx="3169920" cy="402336"/>
          </a:xfrm>
          <a:prstGeom prst="rect">
            <a:avLst/>
          </a:prstGeom>
          <a:noFill/>
          <a:ln/>
        </p:spPr>
        <p:txBody>
          <a:bodyPr wrap="square" rtlCol="0" anchor="ctr"/>
          <a:lstStyle/>
          <a:p>
            <a:pPr algn="ctr"/>
            <a:r>
              <a:rPr lang="en-US" sz="1333">
                <a:solidFill>
                  <a:srgbClr val="888888"/>
                </a:solidFill>
                <a:latin typeface="SoDo Sans" panose="00000500000000000000"/>
                <a:ea typeface="Calibri" pitchFamily="34" charset="-122"/>
                <a:cs typeface="Calibri" pitchFamily="34" charset="-120"/>
              </a:rPr>
              <a:t>Most Valuable</a:t>
            </a:r>
            <a:endParaRPr lang="en-US" sz="1333">
              <a:latin typeface="SoDo Sans" panose="00000500000000000000"/>
            </a:endParaRPr>
          </a:p>
        </p:txBody>
      </p:sp>
      <p:sp>
        <p:nvSpPr>
          <p:cNvPr id="10" name="Shape 9">
            <a:extLst>
              <a:ext uri="{FF2B5EF4-FFF2-40B4-BE49-F238E27FC236}">
                <a16:creationId xmlns:a16="http://schemas.microsoft.com/office/drawing/2014/main" id="{EC29DB91-B528-E1AF-4EC0-547D1F29C8AF}"/>
              </a:ext>
            </a:extLst>
          </p:cNvPr>
          <p:cNvSpPr/>
          <p:nvPr/>
        </p:nvSpPr>
        <p:spPr>
          <a:xfrm>
            <a:off x="419699" y="3207861"/>
            <a:ext cx="3169920" cy="402336"/>
          </a:xfrm>
          <a:prstGeom prst="rect">
            <a:avLst/>
          </a:prstGeom>
          <a:solidFill>
            <a:srgbClr val="EBEBEA"/>
          </a:solidFill>
          <a:ln w="6350">
            <a:solidFill>
              <a:srgbClr val="D9D9D9"/>
            </a:solidFill>
            <a:prstDash val="solid"/>
          </a:ln>
        </p:spPr>
        <p:txBody>
          <a:bodyPr/>
          <a:lstStyle/>
          <a:p>
            <a:endParaRPr lang="en-US" sz="2400">
              <a:latin typeface="SoDo Sans" panose="00000500000000000000"/>
            </a:endParaRPr>
          </a:p>
        </p:txBody>
      </p:sp>
      <p:sp>
        <p:nvSpPr>
          <p:cNvPr id="11" name="Text 10">
            <a:extLst>
              <a:ext uri="{FF2B5EF4-FFF2-40B4-BE49-F238E27FC236}">
                <a16:creationId xmlns:a16="http://schemas.microsoft.com/office/drawing/2014/main" id="{719C975C-BB59-2159-AFBD-EC8387A94686}"/>
              </a:ext>
            </a:extLst>
          </p:cNvPr>
          <p:cNvSpPr/>
          <p:nvPr/>
        </p:nvSpPr>
        <p:spPr>
          <a:xfrm>
            <a:off x="419699" y="3201790"/>
            <a:ext cx="3169920" cy="402336"/>
          </a:xfrm>
          <a:prstGeom prst="rect">
            <a:avLst/>
          </a:prstGeom>
          <a:noFill/>
          <a:ln/>
        </p:spPr>
        <p:txBody>
          <a:bodyPr wrap="square" rtlCol="0" anchor="ctr"/>
          <a:lstStyle/>
          <a:p>
            <a:pPr algn="ctr"/>
            <a:r>
              <a:rPr lang="en-US" sz="1333">
                <a:solidFill>
                  <a:srgbClr val="888888"/>
                </a:solidFill>
                <a:latin typeface="SoDo Sans" panose="00000500000000000000"/>
                <a:ea typeface="Calibri" pitchFamily="34" charset="-122"/>
                <a:cs typeface="Calibri" pitchFamily="34" charset="-120"/>
              </a:rPr>
              <a:t>Stable</a:t>
            </a:r>
            <a:endParaRPr lang="en-US" sz="1333">
              <a:latin typeface="SoDo Sans" panose="00000500000000000000"/>
            </a:endParaRPr>
          </a:p>
        </p:txBody>
      </p:sp>
      <p:sp>
        <p:nvSpPr>
          <p:cNvPr id="14" name="Shape 13">
            <a:extLst>
              <a:ext uri="{FF2B5EF4-FFF2-40B4-BE49-F238E27FC236}">
                <a16:creationId xmlns:a16="http://schemas.microsoft.com/office/drawing/2014/main" id="{5384969C-44E0-BC76-9E6D-CB19169C9BCA}"/>
              </a:ext>
            </a:extLst>
          </p:cNvPr>
          <p:cNvSpPr/>
          <p:nvPr/>
        </p:nvSpPr>
        <p:spPr>
          <a:xfrm>
            <a:off x="419699" y="4079614"/>
            <a:ext cx="3169920" cy="402336"/>
          </a:xfrm>
          <a:prstGeom prst="rect">
            <a:avLst/>
          </a:prstGeom>
          <a:solidFill>
            <a:srgbClr val="EBEBEA"/>
          </a:solidFill>
          <a:ln w="6350">
            <a:solidFill>
              <a:srgbClr val="D9D9D9"/>
            </a:solidFill>
            <a:prstDash val="solid"/>
          </a:ln>
        </p:spPr>
        <p:txBody>
          <a:bodyPr/>
          <a:lstStyle/>
          <a:p>
            <a:endParaRPr lang="en-US" sz="2400">
              <a:latin typeface="SoDo Sans" panose="00000500000000000000"/>
            </a:endParaRPr>
          </a:p>
        </p:txBody>
      </p:sp>
      <p:sp>
        <p:nvSpPr>
          <p:cNvPr id="15" name="Text 14">
            <a:extLst>
              <a:ext uri="{FF2B5EF4-FFF2-40B4-BE49-F238E27FC236}">
                <a16:creationId xmlns:a16="http://schemas.microsoft.com/office/drawing/2014/main" id="{559DADB2-9010-679D-2437-E56C7ED826D1}"/>
              </a:ext>
            </a:extLst>
          </p:cNvPr>
          <p:cNvSpPr/>
          <p:nvPr/>
        </p:nvSpPr>
        <p:spPr>
          <a:xfrm>
            <a:off x="419699" y="4079614"/>
            <a:ext cx="3169920" cy="402336"/>
          </a:xfrm>
          <a:prstGeom prst="rect">
            <a:avLst/>
          </a:prstGeom>
          <a:noFill/>
          <a:ln/>
        </p:spPr>
        <p:txBody>
          <a:bodyPr wrap="square" rtlCol="0" anchor="ctr"/>
          <a:lstStyle/>
          <a:p>
            <a:pPr algn="ctr"/>
            <a:r>
              <a:rPr lang="en-US" sz="1333">
                <a:solidFill>
                  <a:srgbClr val="888888"/>
                </a:solidFill>
                <a:latin typeface="SoDo Sans" panose="00000500000000000000"/>
                <a:ea typeface="Calibri" pitchFamily="34" charset="-122"/>
                <a:cs typeface="Calibri" pitchFamily="34" charset="-120"/>
              </a:rPr>
              <a:t>Declining</a:t>
            </a:r>
            <a:endParaRPr lang="en-US" sz="1333">
              <a:latin typeface="SoDo Sans" panose="00000500000000000000"/>
            </a:endParaRPr>
          </a:p>
        </p:txBody>
      </p:sp>
      <p:sp>
        <p:nvSpPr>
          <p:cNvPr id="16" name="Shape 15">
            <a:extLst>
              <a:ext uri="{FF2B5EF4-FFF2-40B4-BE49-F238E27FC236}">
                <a16:creationId xmlns:a16="http://schemas.microsoft.com/office/drawing/2014/main" id="{50AF2041-13F8-A6C0-A9F9-B8ACA4516B9D}"/>
              </a:ext>
            </a:extLst>
          </p:cNvPr>
          <p:cNvSpPr/>
          <p:nvPr/>
        </p:nvSpPr>
        <p:spPr>
          <a:xfrm>
            <a:off x="419699" y="4518526"/>
            <a:ext cx="3169920" cy="402336"/>
          </a:xfrm>
          <a:prstGeom prst="rect">
            <a:avLst/>
          </a:prstGeom>
          <a:solidFill>
            <a:srgbClr val="EBEBEA"/>
          </a:solidFill>
          <a:ln w="6350">
            <a:solidFill>
              <a:srgbClr val="D9D9D9"/>
            </a:solidFill>
            <a:prstDash val="solid"/>
          </a:ln>
        </p:spPr>
        <p:txBody>
          <a:bodyPr/>
          <a:lstStyle/>
          <a:p>
            <a:endParaRPr lang="en-US" sz="2400">
              <a:latin typeface="SoDo Sans" panose="00000500000000000000"/>
            </a:endParaRPr>
          </a:p>
        </p:txBody>
      </p:sp>
      <p:sp>
        <p:nvSpPr>
          <p:cNvPr id="17" name="Text 16">
            <a:extLst>
              <a:ext uri="{FF2B5EF4-FFF2-40B4-BE49-F238E27FC236}">
                <a16:creationId xmlns:a16="http://schemas.microsoft.com/office/drawing/2014/main" id="{DECED735-6BEE-50A1-A07A-0CF9FA484CBA}"/>
              </a:ext>
            </a:extLst>
          </p:cNvPr>
          <p:cNvSpPr/>
          <p:nvPr/>
        </p:nvSpPr>
        <p:spPr>
          <a:xfrm>
            <a:off x="419699" y="4518526"/>
            <a:ext cx="3169920" cy="402336"/>
          </a:xfrm>
          <a:prstGeom prst="rect">
            <a:avLst/>
          </a:prstGeom>
          <a:noFill/>
          <a:ln/>
        </p:spPr>
        <p:txBody>
          <a:bodyPr wrap="square" rtlCol="0" anchor="ctr"/>
          <a:lstStyle/>
          <a:p>
            <a:pPr algn="ctr"/>
            <a:r>
              <a:rPr lang="en-US" sz="1333">
                <a:solidFill>
                  <a:srgbClr val="888888"/>
                </a:solidFill>
                <a:latin typeface="SoDo Sans" panose="00000500000000000000"/>
                <a:ea typeface="Calibri" pitchFamily="34" charset="-122"/>
                <a:cs typeface="Calibri" pitchFamily="34" charset="-120"/>
              </a:rPr>
              <a:t>Lapsing</a:t>
            </a:r>
            <a:endParaRPr lang="en-US" sz="1333">
              <a:latin typeface="SoDo Sans" panose="00000500000000000000"/>
            </a:endParaRPr>
          </a:p>
        </p:txBody>
      </p:sp>
      <p:sp>
        <p:nvSpPr>
          <p:cNvPr id="18" name="Shape 17">
            <a:extLst>
              <a:ext uri="{FF2B5EF4-FFF2-40B4-BE49-F238E27FC236}">
                <a16:creationId xmlns:a16="http://schemas.microsoft.com/office/drawing/2014/main" id="{66655E65-3763-AABC-95E2-56C5E9A60DBD}"/>
              </a:ext>
            </a:extLst>
          </p:cNvPr>
          <p:cNvSpPr/>
          <p:nvPr/>
        </p:nvSpPr>
        <p:spPr>
          <a:xfrm>
            <a:off x="419699" y="4957438"/>
            <a:ext cx="3169920" cy="402336"/>
          </a:xfrm>
          <a:prstGeom prst="rect">
            <a:avLst/>
          </a:prstGeom>
          <a:solidFill>
            <a:srgbClr val="EBEBEA"/>
          </a:solidFill>
          <a:ln w="6350">
            <a:solidFill>
              <a:srgbClr val="D9D9D9"/>
            </a:solidFill>
            <a:prstDash val="solid"/>
          </a:ln>
        </p:spPr>
        <p:txBody>
          <a:bodyPr/>
          <a:lstStyle/>
          <a:p>
            <a:endParaRPr lang="en-US" sz="2400">
              <a:latin typeface="SoDo Sans" panose="00000500000000000000"/>
            </a:endParaRPr>
          </a:p>
        </p:txBody>
      </p:sp>
      <p:sp>
        <p:nvSpPr>
          <p:cNvPr id="19" name="Text 18">
            <a:extLst>
              <a:ext uri="{FF2B5EF4-FFF2-40B4-BE49-F238E27FC236}">
                <a16:creationId xmlns:a16="http://schemas.microsoft.com/office/drawing/2014/main" id="{0AA07A0F-7CA7-BA4C-A312-ED78DEDD0408}"/>
              </a:ext>
            </a:extLst>
          </p:cNvPr>
          <p:cNvSpPr/>
          <p:nvPr/>
        </p:nvSpPr>
        <p:spPr>
          <a:xfrm>
            <a:off x="419699" y="4957438"/>
            <a:ext cx="3169920" cy="402336"/>
          </a:xfrm>
          <a:prstGeom prst="rect">
            <a:avLst/>
          </a:prstGeom>
          <a:noFill/>
          <a:ln/>
        </p:spPr>
        <p:txBody>
          <a:bodyPr wrap="square" rtlCol="0" anchor="ctr"/>
          <a:lstStyle/>
          <a:p>
            <a:pPr algn="ctr"/>
            <a:r>
              <a:rPr lang="en-US" sz="1333">
                <a:solidFill>
                  <a:srgbClr val="888888"/>
                </a:solidFill>
                <a:latin typeface="SoDo Sans" panose="00000500000000000000"/>
                <a:ea typeface="Calibri" pitchFamily="34" charset="-122"/>
                <a:cs typeface="Calibri" pitchFamily="34" charset="-120"/>
              </a:rPr>
              <a:t>Unengaged</a:t>
            </a:r>
            <a:endParaRPr lang="en-US" sz="1333">
              <a:latin typeface="SoDo Sans" panose="00000500000000000000"/>
            </a:endParaRPr>
          </a:p>
        </p:txBody>
      </p:sp>
      <p:sp>
        <p:nvSpPr>
          <p:cNvPr id="22" name="Shape 21">
            <a:extLst>
              <a:ext uri="{FF2B5EF4-FFF2-40B4-BE49-F238E27FC236}">
                <a16:creationId xmlns:a16="http://schemas.microsoft.com/office/drawing/2014/main" id="{07104DE4-954A-5E65-5EAB-E4F1250FDF70}"/>
              </a:ext>
            </a:extLst>
          </p:cNvPr>
          <p:cNvSpPr/>
          <p:nvPr/>
        </p:nvSpPr>
        <p:spPr>
          <a:xfrm>
            <a:off x="4782588" y="2370150"/>
            <a:ext cx="3169920" cy="438912"/>
          </a:xfrm>
          <a:prstGeom prst="rect">
            <a:avLst/>
          </a:prstGeom>
          <a:solidFill>
            <a:srgbClr val="00704A"/>
          </a:solidFill>
          <a:ln w="12700">
            <a:solidFill>
              <a:srgbClr val="00704A"/>
            </a:solidFill>
            <a:prstDash val="solid"/>
          </a:ln>
        </p:spPr>
        <p:txBody>
          <a:bodyPr/>
          <a:lstStyle/>
          <a:p>
            <a:endParaRPr lang="en-US" sz="2400">
              <a:latin typeface="SoDo Sans" panose="00000500000000000000"/>
            </a:endParaRPr>
          </a:p>
        </p:txBody>
      </p:sp>
      <p:sp>
        <p:nvSpPr>
          <p:cNvPr id="23" name="Text 22">
            <a:extLst>
              <a:ext uri="{FF2B5EF4-FFF2-40B4-BE49-F238E27FC236}">
                <a16:creationId xmlns:a16="http://schemas.microsoft.com/office/drawing/2014/main" id="{B78033E1-E275-86B9-B7C7-BBE81227349A}"/>
              </a:ext>
            </a:extLst>
          </p:cNvPr>
          <p:cNvSpPr/>
          <p:nvPr/>
        </p:nvSpPr>
        <p:spPr>
          <a:xfrm>
            <a:off x="4782588" y="2370150"/>
            <a:ext cx="3169920" cy="438912"/>
          </a:xfrm>
          <a:prstGeom prst="rect">
            <a:avLst/>
          </a:prstGeom>
          <a:noFill/>
          <a:ln/>
        </p:spPr>
        <p:txBody>
          <a:bodyPr wrap="square" rtlCol="0" anchor="ctr"/>
          <a:lstStyle/>
          <a:p>
            <a:pPr algn="ctr"/>
            <a:r>
              <a:rPr lang="en-US" sz="1733" b="1">
                <a:solidFill>
                  <a:srgbClr val="FFFFFF"/>
                </a:solidFill>
                <a:latin typeface="SoDo Sans" panose="00000500000000000000"/>
                <a:ea typeface="Calibri" pitchFamily="34" charset="-122"/>
                <a:cs typeface="Calibri" pitchFamily="34" charset="-120"/>
              </a:rPr>
              <a:t>April </a:t>
            </a:r>
            <a:endParaRPr lang="en-US" sz="1733">
              <a:latin typeface="SoDo Sans" panose="00000500000000000000"/>
            </a:endParaRPr>
          </a:p>
        </p:txBody>
      </p:sp>
      <p:sp>
        <p:nvSpPr>
          <p:cNvPr id="24" name="Shape 23">
            <a:extLst>
              <a:ext uri="{FF2B5EF4-FFF2-40B4-BE49-F238E27FC236}">
                <a16:creationId xmlns:a16="http://schemas.microsoft.com/office/drawing/2014/main" id="{C7FC776E-927A-7014-FCCD-F53E15D44C0A}"/>
              </a:ext>
            </a:extLst>
          </p:cNvPr>
          <p:cNvSpPr/>
          <p:nvPr/>
        </p:nvSpPr>
        <p:spPr>
          <a:xfrm>
            <a:off x="4782588" y="2809062"/>
            <a:ext cx="3169920" cy="402336"/>
          </a:xfrm>
          <a:prstGeom prst="rect">
            <a:avLst/>
          </a:prstGeom>
          <a:solidFill>
            <a:srgbClr val="EBEBEA"/>
          </a:solidFill>
          <a:ln w="6350">
            <a:solidFill>
              <a:srgbClr val="D9D9D9"/>
            </a:solidFill>
            <a:prstDash val="solid"/>
          </a:ln>
        </p:spPr>
        <p:txBody>
          <a:bodyPr/>
          <a:lstStyle/>
          <a:p>
            <a:endParaRPr lang="en-US" sz="2400">
              <a:latin typeface="SoDo Sans" panose="00000500000000000000"/>
            </a:endParaRPr>
          </a:p>
        </p:txBody>
      </p:sp>
      <p:sp>
        <p:nvSpPr>
          <p:cNvPr id="25" name="Text 24">
            <a:extLst>
              <a:ext uri="{FF2B5EF4-FFF2-40B4-BE49-F238E27FC236}">
                <a16:creationId xmlns:a16="http://schemas.microsoft.com/office/drawing/2014/main" id="{6E05B511-6B4E-2292-D82C-07C02847BBC6}"/>
              </a:ext>
            </a:extLst>
          </p:cNvPr>
          <p:cNvSpPr/>
          <p:nvPr/>
        </p:nvSpPr>
        <p:spPr>
          <a:xfrm>
            <a:off x="4782588" y="2809062"/>
            <a:ext cx="3169920" cy="402336"/>
          </a:xfrm>
          <a:prstGeom prst="rect">
            <a:avLst/>
          </a:prstGeom>
          <a:noFill/>
          <a:ln/>
        </p:spPr>
        <p:txBody>
          <a:bodyPr wrap="square" rtlCol="0" anchor="ctr"/>
          <a:lstStyle/>
          <a:p>
            <a:pPr algn="ctr"/>
            <a:r>
              <a:rPr lang="en-US" sz="1333">
                <a:solidFill>
                  <a:srgbClr val="888888"/>
                </a:solidFill>
                <a:latin typeface="SoDo Sans" panose="00000500000000000000"/>
                <a:ea typeface="Calibri" pitchFamily="34" charset="-122"/>
                <a:cs typeface="Calibri" pitchFamily="34" charset="-120"/>
              </a:rPr>
              <a:t>Most Valuable</a:t>
            </a:r>
            <a:endParaRPr lang="en-US" sz="1333">
              <a:latin typeface="SoDo Sans" panose="00000500000000000000"/>
            </a:endParaRPr>
          </a:p>
        </p:txBody>
      </p:sp>
      <p:sp>
        <p:nvSpPr>
          <p:cNvPr id="27" name="Text 26">
            <a:extLst>
              <a:ext uri="{FF2B5EF4-FFF2-40B4-BE49-F238E27FC236}">
                <a16:creationId xmlns:a16="http://schemas.microsoft.com/office/drawing/2014/main" id="{2F50C50A-6C44-E06B-54F7-564E3068C3C2}"/>
              </a:ext>
            </a:extLst>
          </p:cNvPr>
          <p:cNvSpPr/>
          <p:nvPr/>
        </p:nvSpPr>
        <p:spPr>
          <a:xfrm>
            <a:off x="4782588" y="3247974"/>
            <a:ext cx="3169920" cy="402336"/>
          </a:xfrm>
          <a:prstGeom prst="rect">
            <a:avLst/>
          </a:prstGeom>
          <a:noFill/>
          <a:ln/>
        </p:spPr>
        <p:txBody>
          <a:bodyPr wrap="square" rtlCol="0" anchor="ctr"/>
          <a:lstStyle/>
          <a:p>
            <a:pPr algn="ctr"/>
            <a:endParaRPr lang="en-US" sz="1467">
              <a:solidFill>
                <a:schemeClr val="bg1">
                  <a:lumMod val="65000"/>
                </a:schemeClr>
              </a:solidFill>
              <a:latin typeface="SoDo Sans" panose="00000500000000000000"/>
            </a:endParaRPr>
          </a:p>
        </p:txBody>
      </p:sp>
      <p:sp>
        <p:nvSpPr>
          <p:cNvPr id="28" name="Shape 27">
            <a:extLst>
              <a:ext uri="{FF2B5EF4-FFF2-40B4-BE49-F238E27FC236}">
                <a16:creationId xmlns:a16="http://schemas.microsoft.com/office/drawing/2014/main" id="{24F19051-D402-C12A-0408-FE17F5716B24}"/>
              </a:ext>
            </a:extLst>
          </p:cNvPr>
          <p:cNvSpPr/>
          <p:nvPr/>
        </p:nvSpPr>
        <p:spPr>
          <a:xfrm>
            <a:off x="4782588" y="3681931"/>
            <a:ext cx="3169920" cy="402336"/>
          </a:xfrm>
          <a:prstGeom prst="rect">
            <a:avLst/>
          </a:prstGeom>
          <a:solidFill>
            <a:srgbClr val="EBEBEA"/>
          </a:solidFill>
          <a:ln w="6350">
            <a:solidFill>
              <a:srgbClr val="D9D9D9"/>
            </a:solidFill>
            <a:prstDash val="solid"/>
          </a:ln>
        </p:spPr>
        <p:txBody>
          <a:bodyPr/>
          <a:lstStyle/>
          <a:p>
            <a:endParaRPr lang="en-US" sz="2400">
              <a:latin typeface="SoDo Sans" panose="00000500000000000000"/>
            </a:endParaRPr>
          </a:p>
        </p:txBody>
      </p:sp>
      <p:sp>
        <p:nvSpPr>
          <p:cNvPr id="29" name="Text 28">
            <a:extLst>
              <a:ext uri="{FF2B5EF4-FFF2-40B4-BE49-F238E27FC236}">
                <a16:creationId xmlns:a16="http://schemas.microsoft.com/office/drawing/2014/main" id="{D9BD4019-5AA3-EC80-AFF6-D1A606BE5F0B}"/>
              </a:ext>
            </a:extLst>
          </p:cNvPr>
          <p:cNvSpPr/>
          <p:nvPr/>
        </p:nvSpPr>
        <p:spPr>
          <a:xfrm>
            <a:off x="4782588" y="3686886"/>
            <a:ext cx="3169920" cy="402336"/>
          </a:xfrm>
          <a:prstGeom prst="rect">
            <a:avLst/>
          </a:prstGeom>
          <a:noFill/>
          <a:ln/>
        </p:spPr>
        <p:txBody>
          <a:bodyPr wrap="square" rtlCol="0" anchor="ctr"/>
          <a:lstStyle/>
          <a:p>
            <a:pPr algn="ctr"/>
            <a:r>
              <a:rPr lang="en-US" sz="1333">
                <a:solidFill>
                  <a:srgbClr val="888888"/>
                </a:solidFill>
                <a:latin typeface="SoDo Sans" panose="00000500000000000000"/>
                <a:ea typeface="Calibri" pitchFamily="34" charset="-122"/>
                <a:cs typeface="Calibri" pitchFamily="34" charset="-120"/>
              </a:rPr>
              <a:t>New &amp; Reactivated</a:t>
            </a:r>
            <a:endParaRPr lang="en-US" sz="1333">
              <a:latin typeface="SoDo Sans" panose="00000500000000000000"/>
            </a:endParaRPr>
          </a:p>
        </p:txBody>
      </p:sp>
      <p:sp>
        <p:nvSpPr>
          <p:cNvPr id="30" name="Shape 29">
            <a:extLst>
              <a:ext uri="{FF2B5EF4-FFF2-40B4-BE49-F238E27FC236}">
                <a16:creationId xmlns:a16="http://schemas.microsoft.com/office/drawing/2014/main" id="{A21F5207-E08F-8EF9-72F8-77D33D030CE2}"/>
              </a:ext>
            </a:extLst>
          </p:cNvPr>
          <p:cNvSpPr/>
          <p:nvPr/>
        </p:nvSpPr>
        <p:spPr>
          <a:xfrm>
            <a:off x="4782588" y="4125798"/>
            <a:ext cx="3169920" cy="402336"/>
          </a:xfrm>
          <a:prstGeom prst="rect">
            <a:avLst/>
          </a:prstGeom>
          <a:solidFill>
            <a:srgbClr val="EBEBEA"/>
          </a:solidFill>
          <a:ln w="6350">
            <a:solidFill>
              <a:srgbClr val="D9D9D9"/>
            </a:solidFill>
            <a:prstDash val="solid"/>
          </a:ln>
        </p:spPr>
        <p:txBody>
          <a:bodyPr/>
          <a:lstStyle/>
          <a:p>
            <a:endParaRPr lang="en-US" sz="2400">
              <a:latin typeface="SoDo Sans" panose="00000500000000000000"/>
            </a:endParaRPr>
          </a:p>
        </p:txBody>
      </p:sp>
      <p:sp>
        <p:nvSpPr>
          <p:cNvPr id="31" name="Text 30">
            <a:extLst>
              <a:ext uri="{FF2B5EF4-FFF2-40B4-BE49-F238E27FC236}">
                <a16:creationId xmlns:a16="http://schemas.microsoft.com/office/drawing/2014/main" id="{9DEF17FD-1ED7-F1E0-939F-7E2D15639850}"/>
              </a:ext>
            </a:extLst>
          </p:cNvPr>
          <p:cNvSpPr/>
          <p:nvPr/>
        </p:nvSpPr>
        <p:spPr>
          <a:xfrm>
            <a:off x="4782588" y="4125798"/>
            <a:ext cx="3169920" cy="402336"/>
          </a:xfrm>
          <a:prstGeom prst="rect">
            <a:avLst/>
          </a:prstGeom>
          <a:noFill/>
          <a:ln/>
        </p:spPr>
        <p:txBody>
          <a:bodyPr wrap="square" rtlCol="0" anchor="ctr"/>
          <a:lstStyle/>
          <a:p>
            <a:pPr algn="ctr"/>
            <a:r>
              <a:rPr lang="en-US" sz="1333">
                <a:solidFill>
                  <a:srgbClr val="888888"/>
                </a:solidFill>
                <a:latin typeface="SoDo Sans" panose="00000500000000000000"/>
                <a:ea typeface="Calibri" pitchFamily="34" charset="-122"/>
                <a:cs typeface="Calibri" pitchFamily="34" charset="-120"/>
              </a:rPr>
              <a:t>Declining</a:t>
            </a:r>
            <a:endParaRPr lang="en-US" sz="1333">
              <a:latin typeface="SoDo Sans" panose="00000500000000000000"/>
            </a:endParaRPr>
          </a:p>
        </p:txBody>
      </p:sp>
      <p:sp>
        <p:nvSpPr>
          <p:cNvPr id="32" name="Shape 31">
            <a:extLst>
              <a:ext uri="{FF2B5EF4-FFF2-40B4-BE49-F238E27FC236}">
                <a16:creationId xmlns:a16="http://schemas.microsoft.com/office/drawing/2014/main" id="{07C697AA-CAF7-9598-3489-9A3611E56190}"/>
              </a:ext>
            </a:extLst>
          </p:cNvPr>
          <p:cNvSpPr/>
          <p:nvPr/>
        </p:nvSpPr>
        <p:spPr>
          <a:xfrm>
            <a:off x="4782588" y="4564710"/>
            <a:ext cx="3169920" cy="402336"/>
          </a:xfrm>
          <a:prstGeom prst="rect">
            <a:avLst/>
          </a:prstGeom>
          <a:solidFill>
            <a:srgbClr val="EBEBEA"/>
          </a:solidFill>
          <a:ln w="6350">
            <a:solidFill>
              <a:srgbClr val="D9D9D9"/>
            </a:solidFill>
            <a:prstDash val="solid"/>
          </a:ln>
        </p:spPr>
        <p:txBody>
          <a:bodyPr/>
          <a:lstStyle/>
          <a:p>
            <a:endParaRPr lang="en-US" sz="2400">
              <a:latin typeface="SoDo Sans" panose="00000500000000000000"/>
            </a:endParaRPr>
          </a:p>
        </p:txBody>
      </p:sp>
      <p:sp>
        <p:nvSpPr>
          <p:cNvPr id="33" name="Text 32">
            <a:extLst>
              <a:ext uri="{FF2B5EF4-FFF2-40B4-BE49-F238E27FC236}">
                <a16:creationId xmlns:a16="http://schemas.microsoft.com/office/drawing/2014/main" id="{8ED4C79B-7E38-9556-4607-B77B9F17E00E}"/>
              </a:ext>
            </a:extLst>
          </p:cNvPr>
          <p:cNvSpPr/>
          <p:nvPr/>
        </p:nvSpPr>
        <p:spPr>
          <a:xfrm>
            <a:off x="4782588" y="4564710"/>
            <a:ext cx="3169920" cy="402336"/>
          </a:xfrm>
          <a:prstGeom prst="rect">
            <a:avLst/>
          </a:prstGeom>
          <a:noFill/>
          <a:ln/>
        </p:spPr>
        <p:txBody>
          <a:bodyPr wrap="square" rtlCol="0" anchor="ctr"/>
          <a:lstStyle/>
          <a:p>
            <a:pPr algn="ctr"/>
            <a:r>
              <a:rPr lang="en-US" sz="1333">
                <a:solidFill>
                  <a:srgbClr val="888888"/>
                </a:solidFill>
                <a:latin typeface="SoDo Sans" panose="00000500000000000000"/>
                <a:ea typeface="Calibri" pitchFamily="34" charset="-122"/>
                <a:cs typeface="Calibri" pitchFamily="34" charset="-120"/>
              </a:rPr>
              <a:t>Lapsing</a:t>
            </a:r>
            <a:endParaRPr lang="en-US" sz="1333">
              <a:latin typeface="SoDo Sans" panose="00000500000000000000"/>
            </a:endParaRPr>
          </a:p>
        </p:txBody>
      </p:sp>
      <p:sp>
        <p:nvSpPr>
          <p:cNvPr id="34" name="Shape 33">
            <a:extLst>
              <a:ext uri="{FF2B5EF4-FFF2-40B4-BE49-F238E27FC236}">
                <a16:creationId xmlns:a16="http://schemas.microsoft.com/office/drawing/2014/main" id="{7FD48829-9DA6-B567-F868-A63699D97F96}"/>
              </a:ext>
            </a:extLst>
          </p:cNvPr>
          <p:cNvSpPr/>
          <p:nvPr/>
        </p:nvSpPr>
        <p:spPr>
          <a:xfrm>
            <a:off x="4782588" y="5003622"/>
            <a:ext cx="3169920" cy="402336"/>
          </a:xfrm>
          <a:prstGeom prst="rect">
            <a:avLst/>
          </a:prstGeom>
          <a:solidFill>
            <a:srgbClr val="EBEBEA"/>
          </a:solidFill>
          <a:ln w="6350">
            <a:solidFill>
              <a:srgbClr val="D9D9D9"/>
            </a:solidFill>
            <a:prstDash val="solid"/>
          </a:ln>
        </p:spPr>
        <p:txBody>
          <a:bodyPr/>
          <a:lstStyle/>
          <a:p>
            <a:endParaRPr lang="en-US" sz="2400">
              <a:latin typeface="SoDo Sans" panose="00000500000000000000"/>
            </a:endParaRPr>
          </a:p>
        </p:txBody>
      </p:sp>
      <p:sp>
        <p:nvSpPr>
          <p:cNvPr id="35" name="Text 34">
            <a:extLst>
              <a:ext uri="{FF2B5EF4-FFF2-40B4-BE49-F238E27FC236}">
                <a16:creationId xmlns:a16="http://schemas.microsoft.com/office/drawing/2014/main" id="{9FC57923-D25E-F92A-17BE-383EEC5E34D9}"/>
              </a:ext>
            </a:extLst>
          </p:cNvPr>
          <p:cNvSpPr/>
          <p:nvPr/>
        </p:nvSpPr>
        <p:spPr>
          <a:xfrm>
            <a:off x="4782588" y="5003622"/>
            <a:ext cx="3169920" cy="402336"/>
          </a:xfrm>
          <a:prstGeom prst="rect">
            <a:avLst/>
          </a:prstGeom>
          <a:noFill/>
          <a:ln/>
        </p:spPr>
        <p:txBody>
          <a:bodyPr wrap="square" rtlCol="0" anchor="ctr"/>
          <a:lstStyle/>
          <a:p>
            <a:pPr algn="ctr"/>
            <a:r>
              <a:rPr lang="en-US" sz="1333">
                <a:solidFill>
                  <a:srgbClr val="888888"/>
                </a:solidFill>
                <a:latin typeface="SoDo Sans" panose="00000500000000000000"/>
                <a:ea typeface="Calibri" pitchFamily="34" charset="-122"/>
                <a:cs typeface="Calibri" pitchFamily="34" charset="-120"/>
              </a:rPr>
              <a:t>Unengaged</a:t>
            </a:r>
            <a:endParaRPr lang="en-US" sz="1333">
              <a:latin typeface="SoDo Sans" panose="00000500000000000000"/>
            </a:endParaRPr>
          </a:p>
        </p:txBody>
      </p:sp>
      <p:sp>
        <p:nvSpPr>
          <p:cNvPr id="60" name="TextBox 59">
            <a:extLst>
              <a:ext uri="{FF2B5EF4-FFF2-40B4-BE49-F238E27FC236}">
                <a16:creationId xmlns:a16="http://schemas.microsoft.com/office/drawing/2014/main" id="{4C0AC01C-9A29-754D-C4ED-741A1B5037A7}"/>
              </a:ext>
            </a:extLst>
          </p:cNvPr>
          <p:cNvSpPr txBox="1"/>
          <p:nvPr/>
        </p:nvSpPr>
        <p:spPr>
          <a:xfrm>
            <a:off x="443303" y="1498226"/>
            <a:ext cx="10972800" cy="406400"/>
          </a:xfrm>
          <a:prstGeom prst="rect">
            <a:avLst/>
          </a:prstGeom>
          <a:noFill/>
        </p:spPr>
        <p:txBody>
          <a:bodyPr vertOverflow="overflow" vert="horz" wrap="square" rtlCol="0" anchor="t">
            <a:noAutofit/>
          </a:bodyPr>
          <a:lstStyle/>
          <a:p>
            <a:r>
              <a:rPr lang="en-US" sz="1600" i="1">
                <a:solidFill>
                  <a:schemeClr val="accent4">
                    <a:lumMod val="25000"/>
                  </a:schemeClr>
                </a:solidFill>
                <a:latin typeface="SoDo Sans" panose="00000500000000000000"/>
              </a:rPr>
              <a:t>Customer Migrations should be smooth, not too jumpy.</a:t>
            </a:r>
          </a:p>
        </p:txBody>
      </p:sp>
      <p:sp>
        <p:nvSpPr>
          <p:cNvPr id="64" name="Text 10">
            <a:extLst>
              <a:ext uri="{FF2B5EF4-FFF2-40B4-BE49-F238E27FC236}">
                <a16:creationId xmlns:a16="http://schemas.microsoft.com/office/drawing/2014/main" id="{0535D990-5F18-DD7F-8A09-D5A82B74B16C}"/>
              </a:ext>
            </a:extLst>
          </p:cNvPr>
          <p:cNvSpPr/>
          <p:nvPr/>
        </p:nvSpPr>
        <p:spPr>
          <a:xfrm>
            <a:off x="4691517" y="3256451"/>
            <a:ext cx="3169920" cy="402336"/>
          </a:xfrm>
          <a:prstGeom prst="rect">
            <a:avLst/>
          </a:prstGeom>
          <a:noFill/>
          <a:ln/>
        </p:spPr>
        <p:txBody>
          <a:bodyPr wrap="square" rtlCol="0" anchor="ctr"/>
          <a:lstStyle/>
          <a:p>
            <a:pPr algn="ctr"/>
            <a:r>
              <a:rPr lang="en-US" sz="1333">
                <a:solidFill>
                  <a:srgbClr val="888888"/>
                </a:solidFill>
                <a:latin typeface="SoDo Sans" panose="00000500000000000000"/>
                <a:ea typeface="Calibri" pitchFamily="34" charset="-122"/>
                <a:cs typeface="Calibri" pitchFamily="34" charset="-120"/>
              </a:rPr>
              <a:t>Stable</a:t>
            </a:r>
            <a:endParaRPr lang="en-US" sz="1333">
              <a:latin typeface="SoDo Sans" panose="00000500000000000000"/>
            </a:endParaRPr>
          </a:p>
        </p:txBody>
      </p:sp>
      <p:sp>
        <p:nvSpPr>
          <p:cNvPr id="65" name="Text 28">
            <a:extLst>
              <a:ext uri="{FF2B5EF4-FFF2-40B4-BE49-F238E27FC236}">
                <a16:creationId xmlns:a16="http://schemas.microsoft.com/office/drawing/2014/main" id="{61621FF0-63DC-533F-B487-D085FFD12B2D}"/>
              </a:ext>
            </a:extLst>
          </p:cNvPr>
          <p:cNvSpPr/>
          <p:nvPr/>
        </p:nvSpPr>
        <p:spPr>
          <a:xfrm>
            <a:off x="419699" y="3688612"/>
            <a:ext cx="3169920" cy="402336"/>
          </a:xfrm>
          <a:prstGeom prst="rect">
            <a:avLst/>
          </a:prstGeom>
          <a:noFill/>
          <a:ln/>
        </p:spPr>
        <p:txBody>
          <a:bodyPr wrap="square" rtlCol="0" anchor="ctr"/>
          <a:lstStyle/>
          <a:p>
            <a:pPr algn="ctr"/>
            <a:r>
              <a:rPr lang="en-US" sz="1333">
                <a:solidFill>
                  <a:srgbClr val="888888"/>
                </a:solidFill>
                <a:latin typeface="SoDo Sans" panose="00000500000000000000"/>
                <a:ea typeface="Calibri" pitchFamily="34" charset="-122"/>
                <a:cs typeface="Calibri" pitchFamily="34" charset="-120"/>
              </a:rPr>
              <a:t>New &amp; Reactivated</a:t>
            </a:r>
            <a:endParaRPr lang="en-US" sz="1333">
              <a:latin typeface="SoDo Sans" panose="00000500000000000000"/>
            </a:endParaRPr>
          </a:p>
        </p:txBody>
      </p:sp>
      <p:cxnSp>
        <p:nvCxnSpPr>
          <p:cNvPr id="67" name="Connector: Curved 66">
            <a:extLst>
              <a:ext uri="{FF2B5EF4-FFF2-40B4-BE49-F238E27FC236}">
                <a16:creationId xmlns:a16="http://schemas.microsoft.com/office/drawing/2014/main" id="{5FA9F9D5-80CA-12BA-14D3-18A55916D3FF}"/>
              </a:ext>
            </a:extLst>
          </p:cNvPr>
          <p:cNvCxnSpPr>
            <a:stCxn id="65" idx="3"/>
            <a:endCxn id="29" idx="1"/>
          </p:cNvCxnSpPr>
          <p:nvPr/>
        </p:nvCxnSpPr>
        <p:spPr>
          <a:xfrm flipV="1">
            <a:off x="3589619" y="3888054"/>
            <a:ext cx="1192969" cy="1726"/>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EE4EB502-95A5-6A31-593C-51EA197257B7}"/>
              </a:ext>
            </a:extLst>
          </p:cNvPr>
          <p:cNvSpPr txBox="1"/>
          <p:nvPr/>
        </p:nvSpPr>
        <p:spPr>
          <a:xfrm>
            <a:off x="3619112" y="3582003"/>
            <a:ext cx="1142211" cy="307777"/>
          </a:xfrm>
          <a:prstGeom prst="rect">
            <a:avLst/>
          </a:prstGeom>
          <a:noFill/>
        </p:spPr>
        <p:txBody>
          <a:bodyPr wrap="square" rtlCol="0">
            <a:spAutoFit/>
          </a:bodyPr>
          <a:lstStyle/>
          <a:p>
            <a:pPr algn="ctr"/>
            <a:r>
              <a:rPr lang="en-US" sz="1400" i="1">
                <a:latin typeface="SoDo Sans" panose="00000500000000000000" pitchFamily="2" charset="0"/>
                <a:ea typeface="SoDo Sans" panose="00000500000000000000" pitchFamily="2" charset="0"/>
              </a:rPr>
              <a:t>P</a:t>
            </a:r>
            <a:r>
              <a:rPr lang="en-US" sz="1400" i="1" baseline="-25000">
                <a:latin typeface="SoDo Sans" panose="00000500000000000000" pitchFamily="2" charset="0"/>
                <a:ea typeface="SoDo Sans" panose="00000500000000000000" pitchFamily="2" charset="0"/>
              </a:rPr>
              <a:t>0</a:t>
            </a:r>
            <a:r>
              <a:rPr lang="en-US" sz="1400" baseline="-25000">
                <a:latin typeface="SoDo Sans" panose="00000500000000000000" pitchFamily="2" charset="0"/>
                <a:ea typeface="SoDo Sans" panose="00000500000000000000" pitchFamily="2" charset="0"/>
              </a:rPr>
              <a:t> </a:t>
            </a:r>
          </a:p>
        </p:txBody>
      </p:sp>
      <p:sp>
        <p:nvSpPr>
          <p:cNvPr id="69" name="TextBox 68">
            <a:extLst>
              <a:ext uri="{FF2B5EF4-FFF2-40B4-BE49-F238E27FC236}">
                <a16:creationId xmlns:a16="http://schemas.microsoft.com/office/drawing/2014/main" id="{B8859BF2-A7FC-CE94-12AF-F278A76F7E48}"/>
              </a:ext>
            </a:extLst>
          </p:cNvPr>
          <p:cNvSpPr txBox="1"/>
          <p:nvPr/>
        </p:nvSpPr>
        <p:spPr>
          <a:xfrm>
            <a:off x="8094378" y="3681931"/>
            <a:ext cx="3286668" cy="523220"/>
          </a:xfrm>
          <a:prstGeom prst="rect">
            <a:avLst/>
          </a:prstGeom>
          <a:noFill/>
        </p:spPr>
        <p:txBody>
          <a:bodyPr wrap="square" rtlCol="0">
            <a:spAutoFit/>
          </a:bodyPr>
          <a:lstStyle/>
          <a:p>
            <a:r>
              <a:rPr lang="en-US" sz="1400" i="1">
                <a:latin typeface="SoDo Sans" panose="00000500000000000000" pitchFamily="2" charset="0"/>
                <a:ea typeface="SoDo Sans" panose="00000500000000000000" pitchFamily="2" charset="0"/>
              </a:rPr>
              <a:t>P</a:t>
            </a:r>
            <a:r>
              <a:rPr lang="en-US" sz="1400" i="1" baseline="-25000">
                <a:latin typeface="SoDo Sans" panose="00000500000000000000" pitchFamily="2" charset="0"/>
                <a:ea typeface="SoDo Sans" panose="00000500000000000000" pitchFamily="2" charset="0"/>
              </a:rPr>
              <a:t>0</a:t>
            </a:r>
            <a:r>
              <a:rPr lang="en-US" sz="1400" baseline="-25000">
                <a:latin typeface="SoDo Sans" panose="00000500000000000000" pitchFamily="2" charset="0"/>
                <a:ea typeface="SoDo Sans" panose="00000500000000000000" pitchFamily="2" charset="0"/>
              </a:rPr>
              <a:t>  </a:t>
            </a:r>
            <a:r>
              <a:rPr lang="en-US" sz="1400">
                <a:latin typeface="SoDo Sans" panose="00000500000000000000" pitchFamily="2" charset="0"/>
                <a:ea typeface="SoDo Sans" panose="00000500000000000000" pitchFamily="2" charset="0"/>
              </a:rPr>
              <a:t>, staying in a segment should be the highest probability</a:t>
            </a:r>
            <a:endParaRPr lang="en-US" sz="1400" baseline="-25000">
              <a:latin typeface="SoDo Sans" panose="00000500000000000000" pitchFamily="2" charset="0"/>
              <a:ea typeface="SoDo Sans" panose="00000500000000000000" pitchFamily="2" charset="0"/>
            </a:endParaRPr>
          </a:p>
        </p:txBody>
      </p:sp>
      <p:cxnSp>
        <p:nvCxnSpPr>
          <p:cNvPr id="71" name="Connector: Curved 70">
            <a:extLst>
              <a:ext uri="{FF2B5EF4-FFF2-40B4-BE49-F238E27FC236}">
                <a16:creationId xmlns:a16="http://schemas.microsoft.com/office/drawing/2014/main" id="{ABB34ABE-191D-6FFB-78AE-166AA6758BBE}"/>
              </a:ext>
            </a:extLst>
          </p:cNvPr>
          <p:cNvCxnSpPr>
            <a:cxnSpLocks/>
            <a:stCxn id="11" idx="3"/>
            <a:endCxn id="25" idx="1"/>
          </p:cNvCxnSpPr>
          <p:nvPr/>
        </p:nvCxnSpPr>
        <p:spPr>
          <a:xfrm flipV="1">
            <a:off x="3589619" y="3010230"/>
            <a:ext cx="1192969" cy="39272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76" name="TextBox 75">
            <a:extLst>
              <a:ext uri="{FF2B5EF4-FFF2-40B4-BE49-F238E27FC236}">
                <a16:creationId xmlns:a16="http://schemas.microsoft.com/office/drawing/2014/main" id="{A9415B70-E484-C2D7-EF87-CB0F2CEAA123}"/>
              </a:ext>
            </a:extLst>
          </p:cNvPr>
          <p:cNvSpPr txBox="1"/>
          <p:nvPr/>
        </p:nvSpPr>
        <p:spPr>
          <a:xfrm>
            <a:off x="3604168" y="2790547"/>
            <a:ext cx="1142211" cy="307777"/>
          </a:xfrm>
          <a:prstGeom prst="rect">
            <a:avLst/>
          </a:prstGeom>
          <a:noFill/>
        </p:spPr>
        <p:txBody>
          <a:bodyPr wrap="square" rtlCol="0">
            <a:spAutoFit/>
          </a:bodyPr>
          <a:lstStyle/>
          <a:p>
            <a:pPr algn="ctr"/>
            <a:r>
              <a:rPr lang="en-US" sz="1400" i="1">
                <a:latin typeface="SoDo Sans" panose="00000500000000000000" pitchFamily="2" charset="0"/>
                <a:ea typeface="SoDo Sans" panose="00000500000000000000" pitchFamily="2" charset="0"/>
              </a:rPr>
              <a:t>P</a:t>
            </a:r>
            <a:r>
              <a:rPr lang="en-US" sz="1400" i="1" baseline="-25000">
                <a:latin typeface="SoDo Sans" panose="00000500000000000000" pitchFamily="2" charset="0"/>
                <a:ea typeface="SoDo Sans" panose="00000500000000000000" pitchFamily="2" charset="0"/>
              </a:rPr>
              <a:t>1</a:t>
            </a:r>
            <a:r>
              <a:rPr lang="en-US" sz="1400" baseline="-25000">
                <a:latin typeface="SoDo Sans" panose="00000500000000000000" pitchFamily="2" charset="0"/>
                <a:ea typeface="SoDo Sans" panose="00000500000000000000" pitchFamily="2" charset="0"/>
              </a:rPr>
              <a:t> </a:t>
            </a:r>
          </a:p>
        </p:txBody>
      </p:sp>
      <p:sp>
        <p:nvSpPr>
          <p:cNvPr id="77" name="TextBox 76">
            <a:extLst>
              <a:ext uri="{FF2B5EF4-FFF2-40B4-BE49-F238E27FC236}">
                <a16:creationId xmlns:a16="http://schemas.microsoft.com/office/drawing/2014/main" id="{C6B4F293-7E49-0D6C-4A7B-316E97091C34}"/>
              </a:ext>
            </a:extLst>
          </p:cNvPr>
          <p:cNvSpPr txBox="1"/>
          <p:nvPr/>
        </p:nvSpPr>
        <p:spPr>
          <a:xfrm>
            <a:off x="8048195" y="2733231"/>
            <a:ext cx="3286668" cy="523220"/>
          </a:xfrm>
          <a:prstGeom prst="rect">
            <a:avLst/>
          </a:prstGeom>
          <a:noFill/>
        </p:spPr>
        <p:txBody>
          <a:bodyPr wrap="square" rtlCol="0">
            <a:spAutoFit/>
          </a:bodyPr>
          <a:lstStyle/>
          <a:p>
            <a:r>
              <a:rPr lang="en-US" sz="1400" i="1">
                <a:latin typeface="SoDo Sans" panose="00000500000000000000" pitchFamily="2" charset="0"/>
                <a:ea typeface="SoDo Sans" panose="00000500000000000000" pitchFamily="2" charset="0"/>
              </a:rPr>
              <a:t>P</a:t>
            </a:r>
            <a:r>
              <a:rPr lang="en-US" sz="1400" i="1" baseline="-25000">
                <a:latin typeface="SoDo Sans" panose="00000500000000000000" pitchFamily="2" charset="0"/>
                <a:ea typeface="SoDo Sans" panose="00000500000000000000" pitchFamily="2" charset="0"/>
              </a:rPr>
              <a:t>1</a:t>
            </a:r>
            <a:r>
              <a:rPr lang="en-US" sz="1400" baseline="-25000">
                <a:latin typeface="SoDo Sans" panose="00000500000000000000" pitchFamily="2" charset="0"/>
                <a:ea typeface="SoDo Sans" panose="00000500000000000000" pitchFamily="2" charset="0"/>
              </a:rPr>
              <a:t>  </a:t>
            </a:r>
            <a:r>
              <a:rPr lang="en-US" sz="1400">
                <a:latin typeface="SoDo Sans" panose="00000500000000000000" pitchFamily="2" charset="0"/>
                <a:ea typeface="SoDo Sans" panose="00000500000000000000" pitchFamily="2" charset="0"/>
              </a:rPr>
              <a:t>, moving up or down by one segment should not be too rare</a:t>
            </a:r>
            <a:endParaRPr lang="en-US" sz="1400" baseline="-25000">
              <a:latin typeface="SoDo Sans" panose="00000500000000000000" pitchFamily="2" charset="0"/>
              <a:ea typeface="SoDo Sans" panose="00000500000000000000" pitchFamily="2" charset="0"/>
            </a:endParaRPr>
          </a:p>
        </p:txBody>
      </p:sp>
      <p:cxnSp>
        <p:nvCxnSpPr>
          <p:cNvPr id="78" name="Connector: Curved 77">
            <a:extLst>
              <a:ext uri="{FF2B5EF4-FFF2-40B4-BE49-F238E27FC236}">
                <a16:creationId xmlns:a16="http://schemas.microsoft.com/office/drawing/2014/main" id="{40960E84-92E8-FB70-B52C-AAC5D69B8272}"/>
              </a:ext>
            </a:extLst>
          </p:cNvPr>
          <p:cNvCxnSpPr>
            <a:cxnSpLocks/>
            <a:stCxn id="61" idx="3"/>
            <a:endCxn id="35" idx="1"/>
          </p:cNvCxnSpPr>
          <p:nvPr/>
        </p:nvCxnSpPr>
        <p:spPr>
          <a:xfrm>
            <a:off x="3589619" y="3853204"/>
            <a:ext cx="1192969" cy="1351586"/>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1DC3C3F9-05C3-6DD1-FF2F-C12B3D6F8D3B}"/>
              </a:ext>
            </a:extLst>
          </p:cNvPr>
          <p:cNvSpPr txBox="1"/>
          <p:nvPr/>
        </p:nvSpPr>
        <p:spPr>
          <a:xfrm>
            <a:off x="3836166" y="4409726"/>
            <a:ext cx="1142211" cy="307777"/>
          </a:xfrm>
          <a:prstGeom prst="rect">
            <a:avLst/>
          </a:prstGeom>
          <a:noFill/>
        </p:spPr>
        <p:txBody>
          <a:bodyPr wrap="square" rtlCol="0">
            <a:spAutoFit/>
          </a:bodyPr>
          <a:lstStyle/>
          <a:p>
            <a:pPr algn="ctr"/>
            <a:r>
              <a:rPr lang="en-US" sz="1400" i="1">
                <a:latin typeface="SoDo Sans" panose="00000500000000000000" pitchFamily="2" charset="0"/>
                <a:ea typeface="SoDo Sans" panose="00000500000000000000" pitchFamily="2" charset="0"/>
              </a:rPr>
              <a:t>P</a:t>
            </a:r>
            <a:r>
              <a:rPr lang="en-US" sz="1400" i="1" baseline="-25000">
                <a:latin typeface="SoDo Sans" panose="00000500000000000000" pitchFamily="2" charset="0"/>
                <a:ea typeface="SoDo Sans" panose="00000500000000000000" pitchFamily="2" charset="0"/>
              </a:rPr>
              <a:t>2</a:t>
            </a:r>
            <a:r>
              <a:rPr lang="en-US" sz="1400" baseline="-25000">
                <a:latin typeface="SoDo Sans" panose="00000500000000000000" pitchFamily="2" charset="0"/>
                <a:ea typeface="SoDo Sans" panose="00000500000000000000" pitchFamily="2" charset="0"/>
              </a:rPr>
              <a:t> </a:t>
            </a:r>
          </a:p>
        </p:txBody>
      </p:sp>
      <p:sp>
        <p:nvSpPr>
          <p:cNvPr id="82" name="TextBox 81">
            <a:extLst>
              <a:ext uri="{FF2B5EF4-FFF2-40B4-BE49-F238E27FC236}">
                <a16:creationId xmlns:a16="http://schemas.microsoft.com/office/drawing/2014/main" id="{693A234D-6C75-2527-2862-5333B416CB7E}"/>
              </a:ext>
            </a:extLst>
          </p:cNvPr>
          <p:cNvSpPr txBox="1"/>
          <p:nvPr/>
        </p:nvSpPr>
        <p:spPr>
          <a:xfrm>
            <a:off x="8094378" y="4943180"/>
            <a:ext cx="3286668" cy="523220"/>
          </a:xfrm>
          <a:prstGeom prst="rect">
            <a:avLst/>
          </a:prstGeom>
          <a:noFill/>
        </p:spPr>
        <p:txBody>
          <a:bodyPr wrap="square" rtlCol="0">
            <a:spAutoFit/>
          </a:bodyPr>
          <a:lstStyle/>
          <a:p>
            <a:r>
              <a:rPr lang="en-US" sz="1400" i="1">
                <a:latin typeface="SoDo Sans" panose="00000500000000000000" pitchFamily="2" charset="0"/>
                <a:ea typeface="SoDo Sans" panose="00000500000000000000" pitchFamily="2" charset="0"/>
              </a:rPr>
              <a:t>P</a:t>
            </a:r>
            <a:r>
              <a:rPr lang="en-US" sz="1400" i="1" baseline="-25000">
                <a:latin typeface="SoDo Sans" panose="00000500000000000000" pitchFamily="2" charset="0"/>
                <a:ea typeface="SoDo Sans" panose="00000500000000000000" pitchFamily="2" charset="0"/>
              </a:rPr>
              <a:t>2</a:t>
            </a:r>
            <a:r>
              <a:rPr lang="en-US" sz="1400" baseline="-25000">
                <a:latin typeface="SoDo Sans" panose="00000500000000000000" pitchFamily="2" charset="0"/>
                <a:ea typeface="SoDo Sans" panose="00000500000000000000" pitchFamily="2" charset="0"/>
              </a:rPr>
              <a:t>  </a:t>
            </a:r>
            <a:r>
              <a:rPr lang="en-US" sz="1400">
                <a:latin typeface="SoDo Sans" panose="00000500000000000000" pitchFamily="2" charset="0"/>
                <a:ea typeface="SoDo Sans" panose="00000500000000000000" pitchFamily="2" charset="0"/>
              </a:rPr>
              <a:t>, moving up or down multiple segments should be rare</a:t>
            </a:r>
            <a:endParaRPr lang="en-US" sz="1400" baseline="-25000">
              <a:latin typeface="SoDo Sans" panose="00000500000000000000" pitchFamily="2" charset="0"/>
              <a:ea typeface="SoDo Sans" panose="00000500000000000000" pitchFamily="2" charset="0"/>
            </a:endParaRPr>
          </a:p>
        </p:txBody>
      </p:sp>
      <p:pic>
        <p:nvPicPr>
          <p:cNvPr id="83" name="Graphic 82" descr="Workflow outline">
            <a:extLst>
              <a:ext uri="{FF2B5EF4-FFF2-40B4-BE49-F238E27FC236}">
                <a16:creationId xmlns:a16="http://schemas.microsoft.com/office/drawing/2014/main" id="{EC276223-7C36-8AD1-A110-12539BC7F82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26921" y="745063"/>
            <a:ext cx="749556" cy="749556"/>
          </a:xfrm>
          <a:prstGeom prst="rect">
            <a:avLst/>
          </a:prstGeom>
        </p:spPr>
      </p:pic>
      <p:sp>
        <p:nvSpPr>
          <p:cNvPr id="84" name="TextBox 83">
            <a:extLst>
              <a:ext uri="{FF2B5EF4-FFF2-40B4-BE49-F238E27FC236}">
                <a16:creationId xmlns:a16="http://schemas.microsoft.com/office/drawing/2014/main" id="{D07634CD-9A88-66D8-D63E-BACA94786BD2}"/>
              </a:ext>
            </a:extLst>
          </p:cNvPr>
          <p:cNvSpPr txBox="1"/>
          <p:nvPr/>
        </p:nvSpPr>
        <p:spPr>
          <a:xfrm>
            <a:off x="362063" y="5798029"/>
            <a:ext cx="10972800" cy="406400"/>
          </a:xfrm>
          <a:prstGeom prst="rect">
            <a:avLst/>
          </a:prstGeom>
          <a:noFill/>
        </p:spPr>
        <p:txBody>
          <a:bodyPr vertOverflow="overflow" vert="horz" wrap="square" rtlCol="0" anchor="t">
            <a:noAutofit/>
          </a:bodyPr>
          <a:lstStyle/>
          <a:p>
            <a:r>
              <a:rPr lang="en-US" sz="1600" i="1">
                <a:solidFill>
                  <a:schemeClr val="accent4">
                    <a:lumMod val="25000"/>
                  </a:schemeClr>
                </a:solidFill>
                <a:latin typeface="SoDo Sans" panose="00000500000000000000"/>
              </a:rPr>
              <a:t>These requirements will be highly dependent on the time-windows we use to define the states.</a:t>
            </a:r>
          </a:p>
        </p:txBody>
      </p:sp>
    </p:spTree>
    <p:extLst>
      <p:ext uri="{BB962C8B-B14F-4D97-AF65-F5344CB8AC3E}">
        <p14:creationId xmlns:p14="http://schemas.microsoft.com/office/powerpoint/2010/main" val="3965176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D2AA63-EC4E-5F4E-522B-E14830EC267B}"/>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BC08B740-8DDA-1068-F289-E0AA377CF60E}"/>
              </a:ext>
            </a:extLst>
          </p:cNvPr>
          <p:cNvSpPr>
            <a:spLocks noGrp="1"/>
          </p:cNvSpPr>
          <p:nvPr>
            <p:ph type="body" sz="quarter" idx="12"/>
          </p:nvPr>
        </p:nvSpPr>
        <p:spPr>
          <a:xfrm>
            <a:off x="443304" y="1562102"/>
            <a:ext cx="10105984" cy="577850"/>
          </a:xfrm>
        </p:spPr>
        <p:txBody>
          <a:bodyPr/>
          <a:lstStyle/>
          <a:p>
            <a:r>
              <a:rPr lang="en-US"/>
              <a:t>We will evaluate each States we create with these metrics</a:t>
            </a:r>
          </a:p>
        </p:txBody>
      </p:sp>
      <p:sp>
        <p:nvSpPr>
          <p:cNvPr id="4" name="Text Placeholder 3">
            <a:extLst>
              <a:ext uri="{FF2B5EF4-FFF2-40B4-BE49-F238E27FC236}">
                <a16:creationId xmlns:a16="http://schemas.microsoft.com/office/drawing/2014/main" id="{2D8603D2-80E8-7D89-D538-39D74B86461E}"/>
              </a:ext>
            </a:extLst>
          </p:cNvPr>
          <p:cNvSpPr>
            <a:spLocks noGrp="1"/>
          </p:cNvSpPr>
          <p:nvPr>
            <p:ph type="body" sz="quarter" idx="11"/>
          </p:nvPr>
        </p:nvSpPr>
        <p:spPr/>
        <p:txBody>
          <a:bodyPr/>
          <a:lstStyle/>
          <a:p>
            <a:r>
              <a:rPr lang="en-US"/>
              <a:t>Success Metrics</a:t>
            </a:r>
          </a:p>
        </p:txBody>
      </p:sp>
      <p:sp>
        <p:nvSpPr>
          <p:cNvPr id="5" name="Text Placeholder 4">
            <a:extLst>
              <a:ext uri="{FF2B5EF4-FFF2-40B4-BE49-F238E27FC236}">
                <a16:creationId xmlns:a16="http://schemas.microsoft.com/office/drawing/2014/main" id="{45A7EDB1-CAE1-50F6-4B49-50C45FC8F151}"/>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0BAE705F-F64E-3901-64DD-A3BFCE467838}"/>
              </a:ext>
            </a:extLst>
          </p:cNvPr>
          <p:cNvSpPr txBox="1"/>
          <p:nvPr/>
        </p:nvSpPr>
        <p:spPr>
          <a:xfrm>
            <a:off x="2512195" y="2305615"/>
            <a:ext cx="8431730" cy="3108543"/>
          </a:xfrm>
          <a:prstGeom prst="rect">
            <a:avLst/>
          </a:prstGeom>
          <a:noFill/>
        </p:spPr>
        <p:txBody>
          <a:bodyPr wrap="square" lIns="91440" tIns="45720" rIns="91440" bIns="45720" rtlCol="0" anchor="t">
            <a:spAutoFit/>
          </a:bodyPr>
          <a:lstStyle/>
          <a:p>
            <a:r>
              <a:rPr lang="en-US" sz="2800"/>
              <a:t>Validation metrics are in a Notebook: </a:t>
            </a:r>
            <a:br>
              <a:rPr lang="en-US" sz="2800"/>
            </a:br>
            <a:r>
              <a:rPr lang="en-US" sz="2800">
                <a:hlinkClick r:id="rId2"/>
              </a:rPr>
              <a:t>state_validation.ipynb</a:t>
            </a:r>
          </a:p>
          <a:p>
            <a:endParaRPr lang="en-US" sz="2800"/>
          </a:p>
          <a:p>
            <a:r>
              <a:rPr lang="en-US" sz="2800" i="1"/>
              <a:t>Because there are several validation metrics, and we don’t know what is the optimum value achievable, we’ll start with a baseline, simple approach and improve from there. </a:t>
            </a:r>
          </a:p>
        </p:txBody>
      </p:sp>
    </p:spTree>
    <p:extLst>
      <p:ext uri="{BB962C8B-B14F-4D97-AF65-F5344CB8AC3E}">
        <p14:creationId xmlns:p14="http://schemas.microsoft.com/office/powerpoint/2010/main" val="1194886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409A0-1C04-A7ED-481B-1416693B0DF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CDF3459-204F-5EB8-B5C6-20F78B44F3FB}"/>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DECD29DA-8755-E9E0-7284-4D7096FD083D}"/>
              </a:ext>
            </a:extLst>
          </p:cNvPr>
          <p:cNvSpPr>
            <a:spLocks noGrp="1"/>
          </p:cNvSpPr>
          <p:nvPr>
            <p:ph type="body" sz="quarter" idx="12"/>
          </p:nvPr>
        </p:nvSpPr>
        <p:spPr/>
        <p:txBody>
          <a:bodyPr/>
          <a:lstStyle/>
          <a:p>
            <a:r>
              <a:rPr lang="en-US"/>
              <a:t>If we take the </a:t>
            </a:r>
            <a:r>
              <a:rPr lang="en-US" i="1"/>
              <a:t>conceptual behavior approach</a:t>
            </a:r>
            <a:r>
              <a:rPr lang="en-US"/>
              <a:t>, we still need to define the metrics that are used to place customers into States.</a:t>
            </a:r>
          </a:p>
        </p:txBody>
      </p:sp>
      <p:sp>
        <p:nvSpPr>
          <p:cNvPr id="4" name="Text Placeholder 3">
            <a:extLst>
              <a:ext uri="{FF2B5EF4-FFF2-40B4-BE49-F238E27FC236}">
                <a16:creationId xmlns:a16="http://schemas.microsoft.com/office/drawing/2014/main" id="{7AFBFE9C-F035-75EB-AB33-A026DEA1D71B}"/>
              </a:ext>
            </a:extLst>
          </p:cNvPr>
          <p:cNvSpPr>
            <a:spLocks noGrp="1"/>
          </p:cNvSpPr>
          <p:nvPr>
            <p:ph type="body" sz="quarter" idx="11"/>
          </p:nvPr>
        </p:nvSpPr>
        <p:spPr>
          <a:xfrm>
            <a:off x="443304" y="895352"/>
            <a:ext cx="10943382" cy="577850"/>
          </a:xfrm>
        </p:spPr>
        <p:txBody>
          <a:bodyPr/>
          <a:lstStyle/>
          <a:p>
            <a:r>
              <a:rPr lang="en-US"/>
              <a:t>Approach for Defining Behaviors </a:t>
            </a:r>
          </a:p>
        </p:txBody>
      </p:sp>
      <p:sp>
        <p:nvSpPr>
          <p:cNvPr id="5" name="Text Placeholder 4">
            <a:extLst>
              <a:ext uri="{FF2B5EF4-FFF2-40B4-BE49-F238E27FC236}">
                <a16:creationId xmlns:a16="http://schemas.microsoft.com/office/drawing/2014/main" id="{D6B930AD-FE40-C197-D39A-69F24E5E5309}"/>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3C25DF82-E4D8-2935-CCBE-014DFA57B0E2}"/>
              </a:ext>
            </a:extLst>
          </p:cNvPr>
          <p:cNvSpPr txBox="1"/>
          <p:nvPr/>
        </p:nvSpPr>
        <p:spPr>
          <a:xfrm>
            <a:off x="443304" y="2521819"/>
            <a:ext cx="10446341" cy="2774079"/>
          </a:xfrm>
          <a:prstGeom prst="rect">
            <a:avLst/>
          </a:prstGeom>
          <a:noFill/>
        </p:spPr>
        <p:txBody>
          <a:bodyPr wrap="square" rtlCol="0">
            <a:noAutofit/>
          </a:bodyPr>
          <a:lstStyle/>
          <a:p>
            <a:pPr marL="285750" indent="-285750">
              <a:buFont typeface="Arial" panose="020B0604020202020204" pitchFamily="34" charset="0"/>
              <a:buChar char="•"/>
            </a:pPr>
            <a:r>
              <a:rPr lang="en-US"/>
              <a:t>To develop the behavior measures, we will use variables that describe that behavior in a </a:t>
            </a:r>
            <a:r>
              <a:rPr lang="en-US" i="1"/>
              <a:t>logical</a:t>
            </a:r>
            <a:r>
              <a:rPr lang="en-US"/>
              <a:t> way and are correlated with future value.  These are the </a:t>
            </a:r>
            <a:r>
              <a:rPr lang="en-US" i="1"/>
              <a:t>features</a:t>
            </a:r>
            <a:r>
              <a:rPr lang="en-US"/>
              <a:t>.</a:t>
            </a:r>
            <a:br>
              <a:rPr lang="en-US"/>
            </a:br>
            <a:endParaRPr lang="en-US"/>
          </a:p>
          <a:p>
            <a:pPr marL="285750" indent="-285750">
              <a:buFont typeface="Arial" panose="020B0604020202020204" pitchFamily="34" charset="0"/>
              <a:buChar char="•"/>
            </a:pPr>
            <a:r>
              <a:rPr lang="en-US"/>
              <a:t>The approach will be supervised by running </a:t>
            </a:r>
            <a:r>
              <a:rPr lang="en-US" i="1"/>
              <a:t>feature selection</a:t>
            </a:r>
            <a:r>
              <a:rPr lang="en-US"/>
              <a:t> algorithms, that </a:t>
            </a:r>
            <a:r>
              <a:rPr lang="en-US" i="1"/>
              <a:t>account for</a:t>
            </a:r>
            <a:r>
              <a:rPr lang="en-US"/>
              <a:t> RFMC behaviors prior to selecting the behavioral features. </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Once we decide on the features that should measure the behavior, we will use a simple regression to determine the relationship between those features and future value. </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The output will be a linear equation that links the conceptual behavior to future value via these features. </a:t>
            </a:r>
          </a:p>
        </p:txBody>
      </p:sp>
      <p:sp>
        <p:nvSpPr>
          <p:cNvPr id="9" name="TextBox 8">
            <a:extLst>
              <a:ext uri="{FF2B5EF4-FFF2-40B4-BE49-F238E27FC236}">
                <a16:creationId xmlns:a16="http://schemas.microsoft.com/office/drawing/2014/main" id="{FEE92FF1-1385-3639-B866-08F1896BF4F7}"/>
              </a:ext>
            </a:extLst>
          </p:cNvPr>
          <p:cNvSpPr txBox="1"/>
          <p:nvPr/>
        </p:nvSpPr>
        <p:spPr>
          <a:xfrm>
            <a:off x="406400" y="5902796"/>
            <a:ext cx="10972800" cy="406400"/>
          </a:xfrm>
          <a:prstGeom prst="rect">
            <a:avLst/>
          </a:prstGeom>
          <a:noFill/>
        </p:spPr>
        <p:txBody>
          <a:bodyPr vertOverflow="overflow" vert="horz" wrap="square" rtlCol="0" anchor="t">
            <a:noAutofit/>
          </a:bodyPr>
          <a:lstStyle/>
          <a:p>
            <a:r>
              <a:rPr lang="en-US" sz="1200" i="1">
                <a:solidFill>
                  <a:schemeClr val="accent4">
                    <a:lumMod val="25000"/>
                  </a:schemeClr>
                </a:solidFill>
                <a:latin typeface="SoDo Sans" panose="00000500000000000000"/>
              </a:rPr>
              <a:t>Example is here: </a:t>
            </a:r>
            <a:r>
              <a:rPr lang="en-US" sz="1200">
                <a:hlinkClick r:id="rId2"/>
              </a:rPr>
              <a:t>CustomerStatesEDA/behaviorApproach.md at main · </a:t>
            </a:r>
            <a:r>
              <a:rPr lang="en-US" sz="1200" err="1">
                <a:hlinkClick r:id="rId2"/>
              </a:rPr>
              <a:t>jcourboi</a:t>
            </a:r>
            <a:r>
              <a:rPr lang="en-US" sz="1200">
                <a:hlinkClick r:id="rId2"/>
              </a:rPr>
              <a:t>/</a:t>
            </a:r>
            <a:r>
              <a:rPr lang="en-US" sz="1200" err="1">
                <a:hlinkClick r:id="rId2"/>
              </a:rPr>
              <a:t>CustomerStatesEDA</a:t>
            </a:r>
            <a:endParaRPr lang="en-US" sz="1200" i="1">
              <a:solidFill>
                <a:schemeClr val="accent4">
                  <a:lumMod val="25000"/>
                </a:schemeClr>
              </a:solidFill>
              <a:latin typeface="SoDo Sans" panose="00000500000000000000"/>
            </a:endParaRPr>
          </a:p>
        </p:txBody>
      </p:sp>
    </p:spTree>
    <p:extLst>
      <p:ext uri="{BB962C8B-B14F-4D97-AF65-F5344CB8AC3E}">
        <p14:creationId xmlns:p14="http://schemas.microsoft.com/office/powerpoint/2010/main" val="305968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6ED358-F088-1AEC-5CA5-4128ED69A4CE}"/>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10420847-C528-45C6-DFAB-2BB0E58609CC}"/>
              </a:ext>
            </a:extLst>
          </p:cNvPr>
          <p:cNvSpPr>
            <a:spLocks noGrp="1"/>
          </p:cNvSpPr>
          <p:nvPr>
            <p:ph type="body" sz="quarter" idx="12"/>
          </p:nvPr>
        </p:nvSpPr>
        <p:spPr/>
        <p:txBody>
          <a:bodyPr/>
          <a:lstStyle/>
          <a:p>
            <a:r>
              <a:rPr lang="en-US"/>
              <a:t>Defining the H/M/L categories</a:t>
            </a:r>
          </a:p>
        </p:txBody>
      </p:sp>
      <p:sp>
        <p:nvSpPr>
          <p:cNvPr id="4" name="Text Placeholder 3">
            <a:extLst>
              <a:ext uri="{FF2B5EF4-FFF2-40B4-BE49-F238E27FC236}">
                <a16:creationId xmlns:a16="http://schemas.microsoft.com/office/drawing/2014/main" id="{ED88DF74-9D11-ACC8-E2BD-E0485AE046A7}"/>
              </a:ext>
            </a:extLst>
          </p:cNvPr>
          <p:cNvSpPr>
            <a:spLocks noGrp="1"/>
          </p:cNvSpPr>
          <p:nvPr>
            <p:ph type="body" sz="quarter" idx="11"/>
          </p:nvPr>
        </p:nvSpPr>
        <p:spPr>
          <a:xfrm>
            <a:off x="443303" y="895352"/>
            <a:ext cx="6419509" cy="577850"/>
          </a:xfrm>
        </p:spPr>
        <p:txBody>
          <a:bodyPr/>
          <a:lstStyle/>
          <a:p>
            <a:r>
              <a:rPr lang="en-US"/>
              <a:t>Final States Definitions</a:t>
            </a:r>
          </a:p>
        </p:txBody>
      </p:sp>
      <p:sp>
        <p:nvSpPr>
          <p:cNvPr id="5" name="Text Placeholder 4">
            <a:extLst>
              <a:ext uri="{FF2B5EF4-FFF2-40B4-BE49-F238E27FC236}">
                <a16:creationId xmlns:a16="http://schemas.microsoft.com/office/drawing/2014/main" id="{9F11F251-48A1-27C5-07BA-32830F16AE93}"/>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CB7B6D4D-247F-1DD0-E444-95D8C8E76A87}"/>
              </a:ext>
            </a:extLst>
          </p:cNvPr>
          <p:cNvSpPr txBox="1"/>
          <p:nvPr/>
        </p:nvSpPr>
        <p:spPr>
          <a:xfrm>
            <a:off x="443305" y="2521819"/>
            <a:ext cx="5505108" cy="2774079"/>
          </a:xfrm>
          <a:prstGeom prst="rect">
            <a:avLst/>
          </a:prstGeom>
          <a:noFill/>
        </p:spPr>
        <p:txBody>
          <a:bodyPr wrap="square" rtlCol="0">
            <a:noAutofit/>
          </a:bodyPr>
          <a:lstStyle/>
          <a:p>
            <a:r>
              <a:rPr lang="en-US"/>
              <a:t>Once we have the measures for RFMC and each behavior, we have to </a:t>
            </a:r>
          </a:p>
          <a:p>
            <a:pPr marL="285750" indent="-285750">
              <a:buFont typeface="Arial" panose="020B0604020202020204" pitchFamily="34" charset="0"/>
              <a:buChar char="•"/>
            </a:pPr>
            <a:r>
              <a:rPr lang="en-US"/>
              <a:t>identify the cut-points that define the H/M/L categories </a:t>
            </a:r>
          </a:p>
          <a:p>
            <a:pPr marL="285750" indent="-285750">
              <a:buFont typeface="Arial" panose="020B0604020202020204" pitchFamily="34" charset="0"/>
              <a:buChar char="•"/>
            </a:pPr>
            <a:r>
              <a:rPr lang="en-US"/>
              <a:t>Collapse all possible combinations to ~20 states</a:t>
            </a:r>
          </a:p>
          <a:p>
            <a:pPr marL="285750" indent="-285750">
              <a:buFont typeface="Arial" panose="020B0604020202020204" pitchFamily="34" charset="0"/>
              <a:buChar char="•"/>
            </a:pPr>
            <a:endParaRPr lang="en-US"/>
          </a:p>
          <a:p>
            <a:r>
              <a:rPr lang="en-US"/>
              <a:t>Find the best solution that optimizes the success metrics.</a:t>
            </a:r>
          </a:p>
          <a:p>
            <a:endParaRPr lang="en-US"/>
          </a:p>
          <a:p>
            <a:r>
              <a:rPr lang="en-US"/>
              <a:t>We don’t have an algorithm for this yet, and there might not be one, but we will be working on this next.</a:t>
            </a:r>
          </a:p>
        </p:txBody>
      </p:sp>
      <p:pic>
        <p:nvPicPr>
          <p:cNvPr id="12" name="Picture 11">
            <a:extLst>
              <a:ext uri="{FF2B5EF4-FFF2-40B4-BE49-F238E27FC236}">
                <a16:creationId xmlns:a16="http://schemas.microsoft.com/office/drawing/2014/main" id="{384DE106-96AD-3041-84BB-19E6FA0B6C4E}"/>
              </a:ext>
            </a:extLst>
          </p:cNvPr>
          <p:cNvPicPr>
            <a:picLocks noChangeAspect="1"/>
          </p:cNvPicPr>
          <p:nvPr/>
        </p:nvPicPr>
        <p:blipFill>
          <a:blip r:embed="rId2"/>
          <a:stretch>
            <a:fillRect/>
          </a:stretch>
        </p:blipFill>
        <p:spPr>
          <a:xfrm>
            <a:off x="5948413" y="2391355"/>
            <a:ext cx="6012295" cy="2652281"/>
          </a:xfrm>
          <a:prstGeom prst="rect">
            <a:avLst/>
          </a:prstGeom>
        </p:spPr>
      </p:pic>
    </p:spTree>
    <p:extLst>
      <p:ext uri="{BB962C8B-B14F-4D97-AF65-F5344CB8AC3E}">
        <p14:creationId xmlns:p14="http://schemas.microsoft.com/office/powerpoint/2010/main" val="65468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551F53-D3C1-10AF-4ACC-584568F833E7}"/>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897AEF4F-BF7D-6D41-2F4B-FDA4A534E5A2}"/>
              </a:ext>
            </a:extLst>
          </p:cNvPr>
          <p:cNvSpPr>
            <a:spLocks noGrp="1"/>
          </p:cNvSpPr>
          <p:nvPr>
            <p:ph type="body" sz="quarter" idx="11"/>
          </p:nvPr>
        </p:nvSpPr>
        <p:spPr/>
        <p:txBody>
          <a:bodyPr/>
          <a:lstStyle/>
          <a:p>
            <a:pPr algn="ctr"/>
            <a:r>
              <a:rPr lang="en-US"/>
              <a:t>Predictive Models</a:t>
            </a:r>
          </a:p>
        </p:txBody>
      </p:sp>
      <p:sp>
        <p:nvSpPr>
          <p:cNvPr id="4" name="Text Placeholder 3">
            <a:extLst>
              <a:ext uri="{FF2B5EF4-FFF2-40B4-BE49-F238E27FC236}">
                <a16:creationId xmlns:a16="http://schemas.microsoft.com/office/drawing/2014/main" id="{20ABFCCB-8B93-0D24-BAB9-3AA0CA8BC7C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473172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B886C97-4DE3-80E2-AEA2-3912B33E9ED4}"/>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F06FE750-824F-6A0B-554F-51D21D9511D3}"/>
              </a:ext>
            </a:extLst>
          </p:cNvPr>
          <p:cNvSpPr>
            <a:spLocks noGrp="1"/>
          </p:cNvSpPr>
          <p:nvPr>
            <p:ph type="body" sz="quarter" idx="12"/>
          </p:nvPr>
        </p:nvSpPr>
        <p:spPr>
          <a:xfrm>
            <a:off x="443304" y="1562102"/>
            <a:ext cx="10558372" cy="577850"/>
          </a:xfrm>
        </p:spPr>
        <p:txBody>
          <a:bodyPr/>
          <a:lstStyle/>
          <a:p>
            <a:r>
              <a:rPr lang="en-US"/>
              <a:t>The predictive model work is slated for July. However, notice that the models are highly tied to the State definitions.</a:t>
            </a:r>
          </a:p>
        </p:txBody>
      </p:sp>
      <p:sp>
        <p:nvSpPr>
          <p:cNvPr id="4" name="Text Placeholder 3">
            <a:extLst>
              <a:ext uri="{FF2B5EF4-FFF2-40B4-BE49-F238E27FC236}">
                <a16:creationId xmlns:a16="http://schemas.microsoft.com/office/drawing/2014/main" id="{0DB66B15-5692-0352-4B38-CB9B880C567D}"/>
              </a:ext>
            </a:extLst>
          </p:cNvPr>
          <p:cNvSpPr>
            <a:spLocks noGrp="1"/>
          </p:cNvSpPr>
          <p:nvPr>
            <p:ph type="body" sz="quarter" idx="11"/>
          </p:nvPr>
        </p:nvSpPr>
        <p:spPr/>
        <p:txBody>
          <a:bodyPr/>
          <a:lstStyle/>
          <a:p>
            <a:r>
              <a:rPr lang="en-US"/>
              <a:t>Predictive Models</a:t>
            </a:r>
          </a:p>
        </p:txBody>
      </p:sp>
      <p:sp>
        <p:nvSpPr>
          <p:cNvPr id="5" name="Text Placeholder 4">
            <a:extLst>
              <a:ext uri="{FF2B5EF4-FFF2-40B4-BE49-F238E27FC236}">
                <a16:creationId xmlns:a16="http://schemas.microsoft.com/office/drawing/2014/main" id="{E3980C98-C024-8E1C-D84E-905088922A4D}"/>
              </a:ext>
            </a:extLst>
          </p:cNvPr>
          <p:cNvSpPr>
            <a:spLocks noGrp="1"/>
          </p:cNvSpPr>
          <p:nvPr>
            <p:ph type="body" sz="quarter" idx="10"/>
          </p:nvPr>
        </p:nvSpPr>
        <p:spPr/>
        <p:txBody>
          <a:bodyPr/>
          <a:lstStyle/>
          <a:p>
            <a:endParaRPr lang="en-US"/>
          </a:p>
        </p:txBody>
      </p:sp>
      <p:sp>
        <p:nvSpPr>
          <p:cNvPr id="7" name="Rounded Rectangle 48">
            <a:extLst>
              <a:ext uri="{FF2B5EF4-FFF2-40B4-BE49-F238E27FC236}">
                <a16:creationId xmlns:a16="http://schemas.microsoft.com/office/drawing/2014/main" id="{C8B879FF-2898-F128-46D0-3FFE24075EA4}"/>
              </a:ext>
            </a:extLst>
          </p:cNvPr>
          <p:cNvSpPr/>
          <p:nvPr/>
        </p:nvSpPr>
        <p:spPr>
          <a:xfrm>
            <a:off x="834500" y="2486937"/>
            <a:ext cx="2467010" cy="292178"/>
          </a:xfrm>
          <a:prstGeom prst="roundRect">
            <a:avLst>
              <a:gd name="adj" fmla="val 50000"/>
            </a:avLst>
          </a:prstGeom>
          <a:solidFill>
            <a:srgbClr val="3246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30773" rtl="0" eaLnBrk="1" fontAlgn="auto" latinLnBrk="0" hangingPunct="1">
              <a:lnSpc>
                <a:spcPct val="100000"/>
              </a:lnSpc>
              <a:spcBef>
                <a:spcPts val="0"/>
              </a:spcBef>
              <a:spcAft>
                <a:spcPts val="0"/>
              </a:spcAft>
              <a:buClrTx/>
              <a:buSzTx/>
              <a:buFontTx/>
              <a:buNone/>
              <a:tabLst/>
              <a:defRPr/>
            </a:pPr>
            <a:r>
              <a:rPr lang="en-US" sz="1400">
                <a:solidFill>
                  <a:srgbClr val="FFFFFF"/>
                </a:solidFill>
                <a:latin typeface="SoDo Sans Light" pitchFamily="2" charset="77"/>
                <a:ea typeface="SoDo Sans Light" pitchFamily="2" charset="77"/>
              </a:rPr>
              <a:t>MODEL</a:t>
            </a:r>
            <a:endParaRPr kumimoji="0" lang="en-US" sz="1400" b="0"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endParaRPr>
          </a:p>
        </p:txBody>
      </p:sp>
      <p:sp>
        <p:nvSpPr>
          <p:cNvPr id="11" name="Text Placeholder 2">
            <a:extLst>
              <a:ext uri="{FF2B5EF4-FFF2-40B4-BE49-F238E27FC236}">
                <a16:creationId xmlns:a16="http://schemas.microsoft.com/office/drawing/2014/main" id="{95389227-6D6A-F662-56D9-1CC69D32629A}"/>
              </a:ext>
            </a:extLst>
          </p:cNvPr>
          <p:cNvSpPr txBox="1">
            <a:spLocks/>
          </p:cNvSpPr>
          <p:nvPr/>
        </p:nvSpPr>
        <p:spPr>
          <a:xfrm>
            <a:off x="474119" y="3105932"/>
            <a:ext cx="3187773" cy="799581"/>
          </a:xfrm>
          <a:prstGeom prst="rect">
            <a:avLst/>
          </a:prstGeom>
        </p:spPr>
        <p:txBody>
          <a:bodyPr lIns="0"/>
          <a:lstStyle>
            <a:lvl1pPr marL="0" indent="0" algn="l" defTabSz="609433" rtl="0" eaLnBrk="1" latinLnBrk="0" hangingPunct="1">
              <a:lnSpc>
                <a:spcPct val="90000"/>
              </a:lnSpc>
              <a:spcBef>
                <a:spcPts val="666"/>
              </a:spcBef>
              <a:buFont typeface="Arial" panose="020B0604020202020204" pitchFamily="34" charset="0"/>
              <a:buNone/>
              <a:defRPr sz="1500" kern="1200">
                <a:solidFill>
                  <a:schemeClr val="accent2"/>
                </a:solidFill>
                <a:latin typeface="SoDo Sans" pitchFamily="2" charset="77"/>
                <a:ea typeface="SoDo Sans" pitchFamily="2" charset="77"/>
                <a:cs typeface="+mn-cs"/>
              </a:defRPr>
            </a:lvl1pPr>
            <a:lvl2pPr marL="457075" indent="-152358" algn="l" defTabSz="609433" rtl="0" eaLnBrk="1" latinLnBrk="0" hangingPunct="1">
              <a:lnSpc>
                <a:spcPct val="90000"/>
              </a:lnSpc>
              <a:spcBef>
                <a:spcPts val="333"/>
              </a:spcBef>
              <a:buFont typeface="Arial" panose="020B0604020202020204" pitchFamily="34" charset="0"/>
              <a:buChar char="•"/>
              <a:defRPr sz="1600" kern="1200">
                <a:solidFill>
                  <a:schemeClr val="tx1"/>
                </a:solidFill>
                <a:latin typeface="+mn-lt"/>
                <a:ea typeface="+mn-ea"/>
                <a:cs typeface="+mn-cs"/>
              </a:defRPr>
            </a:lvl2pPr>
            <a:lvl3pPr marL="761791" indent="-152358" algn="l" defTabSz="609433" rtl="0" eaLnBrk="1" latinLnBrk="0" hangingPunct="1">
              <a:lnSpc>
                <a:spcPct val="90000"/>
              </a:lnSpc>
              <a:spcBef>
                <a:spcPts val="333"/>
              </a:spcBef>
              <a:buFont typeface="Arial" panose="020B0604020202020204" pitchFamily="34" charset="0"/>
              <a:buChar char="•"/>
              <a:defRPr sz="1333" kern="1200">
                <a:solidFill>
                  <a:schemeClr val="tx1"/>
                </a:solidFill>
                <a:latin typeface="+mn-lt"/>
                <a:ea typeface="+mn-ea"/>
                <a:cs typeface="+mn-cs"/>
              </a:defRPr>
            </a:lvl3pPr>
            <a:lvl4pPr marL="1066507"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4pPr>
            <a:lvl5pPr marL="1371223"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5pPr>
            <a:lvl6pPr marL="1675939"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0656"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372"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088"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a:lstStyle>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lang="en-US" sz="1400" b="1">
                <a:solidFill>
                  <a:srgbClr val="32462F"/>
                </a:solidFill>
              </a:rPr>
              <a:t>Transition Probabilities</a:t>
            </a:r>
            <a:endParaRPr kumimoji="0" lang="en-US" sz="1400" b="1" i="0" u="none" strike="noStrike" kern="1200" cap="none" spc="0" normalizeH="0" baseline="0" noProof="0">
              <a:ln>
                <a:noFill/>
              </a:ln>
              <a:solidFill>
                <a:srgbClr val="32462F"/>
              </a:solidFill>
              <a:effectLst/>
              <a:uLnTx/>
              <a:uFillTx/>
              <a:latin typeface="SoDo Sans" pitchFamily="2" charset="77"/>
              <a:ea typeface="SoDo Sans" pitchFamily="2" charset="77"/>
              <a:cs typeface="+mn-cs"/>
            </a:endParaRP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32462F"/>
                </a:solidFill>
                <a:effectLst/>
                <a:uLnTx/>
                <a:uFillTx/>
                <a:latin typeface="SoDo Sans" pitchFamily="2" charset="77"/>
                <a:ea typeface="SoDo Sans" pitchFamily="2" charset="77"/>
                <a:cs typeface="+mn-cs"/>
              </a:rPr>
              <a:t>What is the probability of moving to another State?</a:t>
            </a:r>
          </a:p>
        </p:txBody>
      </p:sp>
      <p:sp>
        <p:nvSpPr>
          <p:cNvPr id="12" name="Text Placeholder 2">
            <a:extLst>
              <a:ext uri="{FF2B5EF4-FFF2-40B4-BE49-F238E27FC236}">
                <a16:creationId xmlns:a16="http://schemas.microsoft.com/office/drawing/2014/main" id="{1528ED60-CCB0-961F-F92D-415E36014F92}"/>
              </a:ext>
            </a:extLst>
          </p:cNvPr>
          <p:cNvSpPr txBox="1">
            <a:spLocks/>
          </p:cNvSpPr>
          <p:nvPr/>
        </p:nvSpPr>
        <p:spPr>
          <a:xfrm>
            <a:off x="474119" y="4123860"/>
            <a:ext cx="3187773" cy="799581"/>
          </a:xfrm>
          <a:prstGeom prst="rect">
            <a:avLst/>
          </a:prstGeom>
        </p:spPr>
        <p:txBody>
          <a:bodyPr lIns="0"/>
          <a:lstStyle>
            <a:lvl1pPr marL="0" indent="0" algn="l" defTabSz="609433" rtl="0" eaLnBrk="1" latinLnBrk="0" hangingPunct="1">
              <a:lnSpc>
                <a:spcPct val="90000"/>
              </a:lnSpc>
              <a:spcBef>
                <a:spcPts val="666"/>
              </a:spcBef>
              <a:buFont typeface="Arial" panose="020B0604020202020204" pitchFamily="34" charset="0"/>
              <a:buNone/>
              <a:defRPr sz="1500" kern="1200">
                <a:solidFill>
                  <a:schemeClr val="accent2"/>
                </a:solidFill>
                <a:latin typeface="SoDo Sans" pitchFamily="2" charset="77"/>
                <a:ea typeface="SoDo Sans" pitchFamily="2" charset="77"/>
                <a:cs typeface="+mn-cs"/>
              </a:defRPr>
            </a:lvl1pPr>
            <a:lvl2pPr marL="457075" indent="-152358" algn="l" defTabSz="609433" rtl="0" eaLnBrk="1" latinLnBrk="0" hangingPunct="1">
              <a:lnSpc>
                <a:spcPct val="90000"/>
              </a:lnSpc>
              <a:spcBef>
                <a:spcPts val="333"/>
              </a:spcBef>
              <a:buFont typeface="Arial" panose="020B0604020202020204" pitchFamily="34" charset="0"/>
              <a:buChar char="•"/>
              <a:defRPr sz="1600" kern="1200">
                <a:solidFill>
                  <a:schemeClr val="tx1"/>
                </a:solidFill>
                <a:latin typeface="+mn-lt"/>
                <a:ea typeface="+mn-ea"/>
                <a:cs typeface="+mn-cs"/>
              </a:defRPr>
            </a:lvl2pPr>
            <a:lvl3pPr marL="761791" indent="-152358" algn="l" defTabSz="609433" rtl="0" eaLnBrk="1" latinLnBrk="0" hangingPunct="1">
              <a:lnSpc>
                <a:spcPct val="90000"/>
              </a:lnSpc>
              <a:spcBef>
                <a:spcPts val="333"/>
              </a:spcBef>
              <a:buFont typeface="Arial" panose="020B0604020202020204" pitchFamily="34" charset="0"/>
              <a:buChar char="•"/>
              <a:defRPr sz="1333" kern="1200">
                <a:solidFill>
                  <a:schemeClr val="tx1"/>
                </a:solidFill>
                <a:latin typeface="+mn-lt"/>
                <a:ea typeface="+mn-ea"/>
                <a:cs typeface="+mn-cs"/>
              </a:defRPr>
            </a:lvl3pPr>
            <a:lvl4pPr marL="1066507"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4pPr>
            <a:lvl5pPr marL="1371223"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5pPr>
            <a:lvl6pPr marL="1675939"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0656"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372"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088"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a:lstStyle>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32462F"/>
                </a:solidFill>
                <a:effectLst/>
                <a:uLnTx/>
                <a:uFillTx/>
                <a:latin typeface="SoDo Sans" pitchFamily="2" charset="77"/>
                <a:ea typeface="SoDo Sans" pitchFamily="2" charset="77"/>
                <a:cs typeface="+mn-cs"/>
              </a:rPr>
              <a:t>Lifetime Value</a:t>
            </a: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32462F"/>
                </a:solidFill>
                <a:effectLst/>
                <a:uLnTx/>
                <a:uFillTx/>
                <a:latin typeface="SoDo Sans" pitchFamily="2" charset="77"/>
                <a:ea typeface="SoDo Sans" pitchFamily="2" charset="77"/>
                <a:cs typeface="+mn-cs"/>
              </a:rPr>
              <a:t>What is the future lifetime value of a customer over a defined planning horizon?</a:t>
            </a: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endParaRPr kumimoji="0" lang="en-US" sz="1100" b="0" i="1" u="none" strike="noStrike" kern="1200" cap="none" spc="0" normalizeH="0" baseline="0" noProof="0">
              <a:ln>
                <a:noFill/>
              </a:ln>
              <a:solidFill>
                <a:srgbClr val="32462F"/>
              </a:solidFill>
              <a:effectLst/>
              <a:uLnTx/>
              <a:uFillTx/>
              <a:latin typeface="SoDo Sans" pitchFamily="2" charset="77"/>
              <a:ea typeface="SoDo Sans" pitchFamily="2" charset="77"/>
              <a:cs typeface="+mn-cs"/>
            </a:endParaRPr>
          </a:p>
        </p:txBody>
      </p:sp>
      <p:sp>
        <p:nvSpPr>
          <p:cNvPr id="14" name="TextBox 13">
            <a:extLst>
              <a:ext uri="{FF2B5EF4-FFF2-40B4-BE49-F238E27FC236}">
                <a16:creationId xmlns:a16="http://schemas.microsoft.com/office/drawing/2014/main" id="{0E89B1F6-00A1-BF44-2F60-2D715D4BF1AC}"/>
              </a:ext>
            </a:extLst>
          </p:cNvPr>
          <p:cNvSpPr txBox="1"/>
          <p:nvPr/>
        </p:nvSpPr>
        <p:spPr>
          <a:xfrm>
            <a:off x="4186432" y="3051076"/>
            <a:ext cx="3732484" cy="769441"/>
          </a:xfrm>
          <a:prstGeom prst="rect">
            <a:avLst/>
          </a:prstGeom>
          <a:noFill/>
        </p:spPr>
        <p:txBody>
          <a:bodyPr wrap="square">
            <a:spAutoFit/>
          </a:bodyPr>
          <a:lstStyle/>
          <a:p>
            <a:pPr marL="285750" lvl="0" indent="-285750">
              <a:buFont typeface="Arial" panose="020B0604020202020204" pitchFamily="34" charset="0"/>
              <a:buChar char="•"/>
              <a:defRPr/>
            </a:pPr>
            <a:r>
              <a:rPr lang="en-US" sz="1100">
                <a:solidFill>
                  <a:srgbClr val="32462F"/>
                </a:solidFill>
                <a:latin typeface="SoDo Sans" panose="00000500000000000000" pitchFamily="2" charset="0"/>
                <a:ea typeface="SoDo Sans" panose="00000500000000000000" pitchFamily="2" charset="0"/>
              </a:rPr>
              <a:t>Markov models</a:t>
            </a:r>
          </a:p>
          <a:p>
            <a:pPr marL="285750" lvl="0" indent="-285750">
              <a:buFont typeface="Arial" panose="020B0604020202020204" pitchFamily="34" charset="0"/>
              <a:buChar char="•"/>
              <a:defRPr/>
            </a:pPr>
            <a:r>
              <a:rPr lang="en-US" sz="1100">
                <a:solidFill>
                  <a:srgbClr val="32462F"/>
                </a:solidFill>
                <a:latin typeface="SoDo Sans" panose="00000500000000000000" pitchFamily="2" charset="0"/>
                <a:ea typeface="SoDo Sans" panose="00000500000000000000" pitchFamily="2" charset="0"/>
              </a:rPr>
              <a:t>Force rare transitions to zero</a:t>
            </a:r>
          </a:p>
          <a:p>
            <a:pPr marL="285750" lvl="0" indent="-285750">
              <a:buFont typeface="Arial" panose="020B0604020202020204" pitchFamily="34" charset="0"/>
              <a:buChar char="•"/>
              <a:defRPr/>
            </a:pPr>
            <a:r>
              <a:rPr lang="en-US" sz="1100">
                <a:solidFill>
                  <a:srgbClr val="32462F"/>
                </a:solidFill>
                <a:latin typeface="SoDo Sans" panose="00000500000000000000" pitchFamily="2" charset="0"/>
                <a:ea typeface="SoDo Sans" panose="00000500000000000000" pitchFamily="2" charset="0"/>
              </a:rPr>
              <a:t>Evaluated using both prediction accuracy and longitudinal stability </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p:txBody>
      </p:sp>
      <p:sp>
        <p:nvSpPr>
          <p:cNvPr id="15" name="Rounded Rectangle 48">
            <a:extLst>
              <a:ext uri="{FF2B5EF4-FFF2-40B4-BE49-F238E27FC236}">
                <a16:creationId xmlns:a16="http://schemas.microsoft.com/office/drawing/2014/main" id="{EF10DA86-77A6-DCD0-DF3D-E298A95AE003}"/>
              </a:ext>
            </a:extLst>
          </p:cNvPr>
          <p:cNvSpPr/>
          <p:nvPr/>
        </p:nvSpPr>
        <p:spPr>
          <a:xfrm>
            <a:off x="4147373" y="2480931"/>
            <a:ext cx="2467010" cy="292178"/>
          </a:xfrm>
          <a:prstGeom prst="roundRect">
            <a:avLst>
              <a:gd name="adj" fmla="val 50000"/>
            </a:avLst>
          </a:prstGeom>
          <a:solidFill>
            <a:srgbClr val="3246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307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APPRAOACH</a:t>
            </a:r>
          </a:p>
        </p:txBody>
      </p:sp>
      <p:sp>
        <p:nvSpPr>
          <p:cNvPr id="16" name="TextBox 15">
            <a:extLst>
              <a:ext uri="{FF2B5EF4-FFF2-40B4-BE49-F238E27FC236}">
                <a16:creationId xmlns:a16="http://schemas.microsoft.com/office/drawing/2014/main" id="{B304A8E5-1CE1-E37F-794E-5952E40D9B2B}"/>
              </a:ext>
            </a:extLst>
          </p:cNvPr>
          <p:cNvSpPr txBox="1"/>
          <p:nvPr/>
        </p:nvSpPr>
        <p:spPr>
          <a:xfrm>
            <a:off x="4186431" y="4298863"/>
            <a:ext cx="3732484" cy="76944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State transitions X lifetime value of states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32462F"/>
                </a:solidFill>
                <a:latin typeface="SoDo Sans" panose="00000500000000000000" pitchFamily="2" charset="0"/>
                <a:ea typeface="SoDo Sans" panose="00000500000000000000" pitchFamily="2" charset="0"/>
              </a:rPr>
              <a:t>Evaluated using forward looking accuracy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32462F"/>
                </a:solidFill>
                <a:latin typeface="SoDo Sans" panose="00000500000000000000" pitchFamily="2" charset="0"/>
                <a:ea typeface="SoDo Sans" panose="00000500000000000000" pitchFamily="2" charset="0"/>
              </a:rPr>
              <a:t>State level aggregate forecasts should remain stable through time.</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p:txBody>
      </p:sp>
      <p:cxnSp>
        <p:nvCxnSpPr>
          <p:cNvPr id="26" name="Straight Connector 25">
            <a:extLst>
              <a:ext uri="{FF2B5EF4-FFF2-40B4-BE49-F238E27FC236}">
                <a16:creationId xmlns:a16="http://schemas.microsoft.com/office/drawing/2014/main" id="{36EA3AA8-B40F-52F6-29E0-9A66A8C74098}"/>
              </a:ext>
            </a:extLst>
          </p:cNvPr>
          <p:cNvCxnSpPr>
            <a:cxnSpLocks/>
          </p:cNvCxnSpPr>
          <p:nvPr/>
        </p:nvCxnSpPr>
        <p:spPr>
          <a:xfrm>
            <a:off x="468707" y="4004787"/>
            <a:ext cx="10629221" cy="16687"/>
          </a:xfrm>
          <a:prstGeom prst="line">
            <a:avLst/>
          </a:prstGeom>
          <a:ln w="12700">
            <a:solidFill>
              <a:schemeClr val="accent2">
                <a:lumMod val="60000"/>
                <a:lumOff val="4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28" name="Rounded Rectangle 48">
            <a:extLst>
              <a:ext uri="{FF2B5EF4-FFF2-40B4-BE49-F238E27FC236}">
                <a16:creationId xmlns:a16="http://schemas.microsoft.com/office/drawing/2014/main" id="{B3EA5A70-8AEB-6F04-9CA0-B96B9865BCF0}"/>
              </a:ext>
            </a:extLst>
          </p:cNvPr>
          <p:cNvSpPr/>
          <p:nvPr/>
        </p:nvSpPr>
        <p:spPr>
          <a:xfrm>
            <a:off x="8530110" y="2449425"/>
            <a:ext cx="2467010" cy="292178"/>
          </a:xfrm>
          <a:prstGeom prst="roundRect">
            <a:avLst>
              <a:gd name="adj" fmla="val 50000"/>
            </a:avLst>
          </a:prstGeom>
          <a:solidFill>
            <a:srgbClr val="3246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307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USE CASES</a:t>
            </a:r>
          </a:p>
        </p:txBody>
      </p:sp>
      <p:sp>
        <p:nvSpPr>
          <p:cNvPr id="29" name="TextBox 28">
            <a:extLst>
              <a:ext uri="{FF2B5EF4-FFF2-40B4-BE49-F238E27FC236}">
                <a16:creationId xmlns:a16="http://schemas.microsoft.com/office/drawing/2014/main" id="{7699D939-2373-C79A-61F0-24BD3C2FE08B}"/>
              </a:ext>
            </a:extLst>
          </p:cNvPr>
          <p:cNvSpPr txBox="1"/>
          <p:nvPr/>
        </p:nvSpPr>
        <p:spPr>
          <a:xfrm>
            <a:off x="8314065" y="4205744"/>
            <a:ext cx="3732484" cy="938719"/>
          </a:xfrm>
          <a:prstGeom prst="rect">
            <a:avLst/>
          </a:prstGeom>
          <a:noFill/>
        </p:spPr>
        <p:txBody>
          <a:bodyPr wrap="square">
            <a:spAutoFit/>
          </a:bodyPr>
          <a:lstStyle/>
          <a:p>
            <a:pPr marL="285750" indent="-285750">
              <a:buFont typeface="Arial" panose="020B0604020202020204" pitchFamily="34" charset="0"/>
              <a:buChar char="•"/>
              <a:defRPr/>
            </a:pPr>
            <a:r>
              <a:rPr lang="en-US" sz="1100">
                <a:solidFill>
                  <a:srgbClr val="32462F"/>
                </a:solidFill>
                <a:latin typeface="SoDo Sans" panose="00000500000000000000" pitchFamily="2" charset="0"/>
                <a:ea typeface="SoDo Sans" panose="00000500000000000000" pitchFamily="2" charset="0"/>
              </a:rPr>
              <a:t>Calculate value of State migrations (ROI).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Prioritize Stat</a:t>
            </a:r>
            <a:r>
              <a:rPr lang="en-US" sz="1100">
                <a:solidFill>
                  <a:srgbClr val="32462F"/>
                </a:solidFill>
                <a:latin typeface="SoDo Sans" panose="00000500000000000000" pitchFamily="2" charset="0"/>
                <a:ea typeface="SoDo Sans" panose="00000500000000000000" pitchFamily="2" charset="0"/>
              </a:rPr>
              <a:t>e transition efforts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Identify customers with the greatest growth potential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32462F"/>
                </a:solidFill>
                <a:latin typeface="SoDo Sans" panose="00000500000000000000" pitchFamily="2" charset="0"/>
                <a:ea typeface="SoDo Sans" panose="00000500000000000000" pitchFamily="2" charset="0"/>
              </a:rPr>
              <a:t>Identify customers at retention risk</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p:txBody>
      </p:sp>
      <p:sp>
        <p:nvSpPr>
          <p:cNvPr id="30" name="TextBox 29">
            <a:extLst>
              <a:ext uri="{FF2B5EF4-FFF2-40B4-BE49-F238E27FC236}">
                <a16:creationId xmlns:a16="http://schemas.microsoft.com/office/drawing/2014/main" id="{104E8960-C684-6572-1BAA-1CFF9885CBAB}"/>
              </a:ext>
            </a:extLst>
          </p:cNvPr>
          <p:cNvSpPr txBox="1"/>
          <p:nvPr/>
        </p:nvSpPr>
        <p:spPr>
          <a:xfrm>
            <a:off x="8314065" y="2865285"/>
            <a:ext cx="3732484" cy="1107996"/>
          </a:xfrm>
          <a:prstGeom prst="rect">
            <a:avLst/>
          </a:prstGeom>
          <a:noFill/>
        </p:spPr>
        <p:txBody>
          <a:bodyPr wrap="square">
            <a:spAutoFit/>
          </a:bodyPr>
          <a:lstStyle/>
          <a:p>
            <a:pPr marL="285750" indent="-285750">
              <a:buFont typeface="Arial" panose="020B0604020202020204" pitchFamily="34" charset="0"/>
              <a:buChar char="•"/>
              <a:defRPr/>
            </a:pPr>
            <a:r>
              <a:rPr lang="en-US" sz="1100">
                <a:solidFill>
                  <a:srgbClr val="32462F"/>
                </a:solidFill>
                <a:latin typeface="SoDo Sans" panose="00000500000000000000" pitchFamily="2" charset="0"/>
                <a:ea typeface="SoDo Sans" panose="00000500000000000000" pitchFamily="2" charset="0"/>
              </a:rPr>
              <a:t>Predictions used to calculate value of State migrations (ROI).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Prioritize Stat</a:t>
            </a:r>
            <a:r>
              <a:rPr lang="en-US" sz="1100">
                <a:solidFill>
                  <a:srgbClr val="32462F"/>
                </a:solidFill>
                <a:latin typeface="SoDo Sans" panose="00000500000000000000" pitchFamily="2" charset="0"/>
                <a:ea typeface="SoDo Sans" panose="00000500000000000000" pitchFamily="2" charset="0"/>
              </a:rPr>
              <a:t>e transition efforts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Identify customers with the greatest growth potential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32462F"/>
                </a:solidFill>
                <a:latin typeface="SoDo Sans" panose="00000500000000000000" pitchFamily="2" charset="0"/>
                <a:ea typeface="SoDo Sans" panose="00000500000000000000" pitchFamily="2" charset="0"/>
              </a:rPr>
              <a:t>Identify customers at retention risk</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p:txBody>
      </p:sp>
      <p:sp>
        <p:nvSpPr>
          <p:cNvPr id="31" name="Text Placeholder 2">
            <a:extLst>
              <a:ext uri="{FF2B5EF4-FFF2-40B4-BE49-F238E27FC236}">
                <a16:creationId xmlns:a16="http://schemas.microsoft.com/office/drawing/2014/main" id="{C7452BF8-BBF5-7E9A-A13D-18313B12782E}"/>
              </a:ext>
            </a:extLst>
          </p:cNvPr>
          <p:cNvSpPr txBox="1">
            <a:spLocks/>
          </p:cNvSpPr>
          <p:nvPr/>
        </p:nvSpPr>
        <p:spPr>
          <a:xfrm>
            <a:off x="773487" y="5673723"/>
            <a:ext cx="10558372" cy="577850"/>
          </a:xfrm>
          <a:prstGeom prst="rect">
            <a:avLst/>
          </a:prstGeom>
        </p:spPr>
        <p:txBody>
          <a:bodyPr lIns="0"/>
          <a:lstStyle>
            <a:lvl1pPr marL="0" indent="0" algn="l" defTabSz="609433" rtl="0" eaLnBrk="1" latinLnBrk="0" hangingPunct="1">
              <a:lnSpc>
                <a:spcPct val="90000"/>
              </a:lnSpc>
              <a:spcBef>
                <a:spcPts val="666"/>
              </a:spcBef>
              <a:buFont typeface="Arial" panose="020B0604020202020204" pitchFamily="34" charset="0"/>
              <a:buNone/>
              <a:defRPr sz="1500" kern="1200">
                <a:solidFill>
                  <a:schemeClr val="accent2"/>
                </a:solidFill>
                <a:latin typeface="SoDo Sans" pitchFamily="2" charset="77"/>
                <a:ea typeface="SoDo Sans" pitchFamily="2" charset="77"/>
                <a:cs typeface="+mn-cs"/>
              </a:defRPr>
            </a:lvl1pPr>
            <a:lvl2pPr marL="457075" indent="-152358" algn="l" defTabSz="609433" rtl="0" eaLnBrk="1" latinLnBrk="0" hangingPunct="1">
              <a:lnSpc>
                <a:spcPct val="90000"/>
              </a:lnSpc>
              <a:spcBef>
                <a:spcPts val="333"/>
              </a:spcBef>
              <a:buFont typeface="Arial" panose="020B0604020202020204" pitchFamily="34" charset="0"/>
              <a:buChar char="•"/>
              <a:defRPr sz="1600" kern="1200">
                <a:solidFill>
                  <a:schemeClr val="tx1"/>
                </a:solidFill>
                <a:latin typeface="+mn-lt"/>
                <a:ea typeface="+mn-ea"/>
                <a:cs typeface="+mn-cs"/>
              </a:defRPr>
            </a:lvl2pPr>
            <a:lvl3pPr marL="761791" indent="-152358" algn="l" defTabSz="609433" rtl="0" eaLnBrk="1" latinLnBrk="0" hangingPunct="1">
              <a:lnSpc>
                <a:spcPct val="90000"/>
              </a:lnSpc>
              <a:spcBef>
                <a:spcPts val="333"/>
              </a:spcBef>
              <a:buFont typeface="Arial" panose="020B0604020202020204" pitchFamily="34" charset="0"/>
              <a:buChar char="•"/>
              <a:defRPr sz="1333" kern="1200">
                <a:solidFill>
                  <a:schemeClr val="tx1"/>
                </a:solidFill>
                <a:latin typeface="+mn-lt"/>
                <a:ea typeface="+mn-ea"/>
                <a:cs typeface="+mn-cs"/>
              </a:defRPr>
            </a:lvl3pPr>
            <a:lvl4pPr marL="1066507"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4pPr>
            <a:lvl5pPr marL="1371223"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5pPr>
            <a:lvl6pPr marL="1675939"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0656"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372"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088"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a:lstStyle>
          <a:p>
            <a:r>
              <a:rPr lang="en-US" i="1"/>
              <a:t>Notice that this is two different levels of modeling, State and Customer, of which the methodology may be different (customer level modeling requires including customer-level features). </a:t>
            </a:r>
          </a:p>
        </p:txBody>
      </p:sp>
    </p:spTree>
    <p:extLst>
      <p:ext uri="{BB962C8B-B14F-4D97-AF65-F5344CB8AC3E}">
        <p14:creationId xmlns:p14="http://schemas.microsoft.com/office/powerpoint/2010/main" val="484004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37FB8-6347-A60C-1F82-7D40E7C6202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E2323A8-7245-8B69-919C-A51721B28A21}"/>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0E061BA4-7DB8-648B-805F-1EE2A17552D0}"/>
              </a:ext>
            </a:extLst>
          </p:cNvPr>
          <p:cNvSpPr>
            <a:spLocks noGrp="1"/>
          </p:cNvSpPr>
          <p:nvPr>
            <p:ph type="body" sz="quarter" idx="12"/>
          </p:nvPr>
        </p:nvSpPr>
        <p:spPr>
          <a:xfrm>
            <a:off x="443304" y="1562102"/>
            <a:ext cx="10558372" cy="577850"/>
          </a:xfrm>
        </p:spPr>
        <p:txBody>
          <a:bodyPr/>
          <a:lstStyle/>
          <a:p>
            <a:r>
              <a:rPr lang="en-US"/>
              <a:t>Each model will have a customer-scope and a State-scope:</a:t>
            </a:r>
          </a:p>
        </p:txBody>
      </p:sp>
      <p:sp>
        <p:nvSpPr>
          <p:cNvPr id="4" name="Text Placeholder 3">
            <a:extLst>
              <a:ext uri="{FF2B5EF4-FFF2-40B4-BE49-F238E27FC236}">
                <a16:creationId xmlns:a16="http://schemas.microsoft.com/office/drawing/2014/main" id="{8208F227-1FDF-DA1C-C1B0-6384AA44F6D1}"/>
              </a:ext>
            </a:extLst>
          </p:cNvPr>
          <p:cNvSpPr>
            <a:spLocks noGrp="1"/>
          </p:cNvSpPr>
          <p:nvPr>
            <p:ph type="body" sz="quarter" idx="11"/>
          </p:nvPr>
        </p:nvSpPr>
        <p:spPr>
          <a:xfrm>
            <a:off x="443304" y="895352"/>
            <a:ext cx="6015248" cy="577850"/>
          </a:xfrm>
        </p:spPr>
        <p:txBody>
          <a:bodyPr/>
          <a:lstStyle/>
          <a:p>
            <a:r>
              <a:rPr lang="en-US"/>
              <a:t>Predictive Model Scope</a:t>
            </a:r>
          </a:p>
        </p:txBody>
      </p:sp>
      <p:sp>
        <p:nvSpPr>
          <p:cNvPr id="5" name="Text Placeholder 4">
            <a:extLst>
              <a:ext uri="{FF2B5EF4-FFF2-40B4-BE49-F238E27FC236}">
                <a16:creationId xmlns:a16="http://schemas.microsoft.com/office/drawing/2014/main" id="{A14BE869-8F9A-82F7-F974-31FF7357F764}"/>
              </a:ext>
            </a:extLst>
          </p:cNvPr>
          <p:cNvSpPr>
            <a:spLocks noGrp="1"/>
          </p:cNvSpPr>
          <p:nvPr>
            <p:ph type="body" sz="quarter" idx="10"/>
          </p:nvPr>
        </p:nvSpPr>
        <p:spPr/>
        <p:txBody>
          <a:bodyPr/>
          <a:lstStyle/>
          <a:p>
            <a:endParaRPr lang="en-US"/>
          </a:p>
        </p:txBody>
      </p:sp>
      <p:sp>
        <p:nvSpPr>
          <p:cNvPr id="7" name="Rounded Rectangle 48">
            <a:extLst>
              <a:ext uri="{FF2B5EF4-FFF2-40B4-BE49-F238E27FC236}">
                <a16:creationId xmlns:a16="http://schemas.microsoft.com/office/drawing/2014/main" id="{526012CC-0CAD-25AD-9170-BE5B5D5F6AAE}"/>
              </a:ext>
            </a:extLst>
          </p:cNvPr>
          <p:cNvSpPr/>
          <p:nvPr/>
        </p:nvSpPr>
        <p:spPr>
          <a:xfrm>
            <a:off x="834500" y="2486937"/>
            <a:ext cx="2467010" cy="292178"/>
          </a:xfrm>
          <a:prstGeom prst="roundRect">
            <a:avLst>
              <a:gd name="adj" fmla="val 50000"/>
            </a:avLst>
          </a:prstGeom>
          <a:solidFill>
            <a:srgbClr val="3246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30773" rtl="0" eaLnBrk="1" fontAlgn="auto" latinLnBrk="0" hangingPunct="1">
              <a:lnSpc>
                <a:spcPct val="100000"/>
              </a:lnSpc>
              <a:spcBef>
                <a:spcPts val="0"/>
              </a:spcBef>
              <a:spcAft>
                <a:spcPts val="0"/>
              </a:spcAft>
              <a:buClrTx/>
              <a:buSzTx/>
              <a:buFontTx/>
              <a:buNone/>
              <a:tabLst/>
              <a:defRPr/>
            </a:pPr>
            <a:r>
              <a:rPr lang="en-US" sz="1400">
                <a:solidFill>
                  <a:srgbClr val="FFFFFF"/>
                </a:solidFill>
                <a:latin typeface="SoDo Sans Light" pitchFamily="2" charset="77"/>
                <a:ea typeface="SoDo Sans Light" pitchFamily="2" charset="77"/>
              </a:rPr>
              <a:t>SCOPE</a:t>
            </a:r>
            <a:endParaRPr kumimoji="0" lang="en-US" sz="1400" b="0"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endParaRPr>
          </a:p>
        </p:txBody>
      </p:sp>
      <p:sp>
        <p:nvSpPr>
          <p:cNvPr id="11" name="Text Placeholder 2">
            <a:extLst>
              <a:ext uri="{FF2B5EF4-FFF2-40B4-BE49-F238E27FC236}">
                <a16:creationId xmlns:a16="http://schemas.microsoft.com/office/drawing/2014/main" id="{EE4F0006-F931-62D6-50D3-3F81501F1E92}"/>
              </a:ext>
            </a:extLst>
          </p:cNvPr>
          <p:cNvSpPr txBox="1">
            <a:spLocks/>
          </p:cNvSpPr>
          <p:nvPr/>
        </p:nvSpPr>
        <p:spPr>
          <a:xfrm>
            <a:off x="474119" y="3105932"/>
            <a:ext cx="3187773" cy="799581"/>
          </a:xfrm>
          <a:prstGeom prst="rect">
            <a:avLst/>
          </a:prstGeom>
        </p:spPr>
        <p:txBody>
          <a:bodyPr lIns="0"/>
          <a:lstStyle>
            <a:lvl1pPr marL="0" indent="0" algn="l" defTabSz="609433" rtl="0" eaLnBrk="1" latinLnBrk="0" hangingPunct="1">
              <a:lnSpc>
                <a:spcPct val="90000"/>
              </a:lnSpc>
              <a:spcBef>
                <a:spcPts val="666"/>
              </a:spcBef>
              <a:buFont typeface="Arial" panose="020B0604020202020204" pitchFamily="34" charset="0"/>
              <a:buNone/>
              <a:defRPr sz="1500" kern="1200">
                <a:solidFill>
                  <a:schemeClr val="accent2"/>
                </a:solidFill>
                <a:latin typeface="SoDo Sans" pitchFamily="2" charset="77"/>
                <a:ea typeface="SoDo Sans" pitchFamily="2" charset="77"/>
                <a:cs typeface="+mn-cs"/>
              </a:defRPr>
            </a:lvl1pPr>
            <a:lvl2pPr marL="457075" indent="-152358" algn="l" defTabSz="609433" rtl="0" eaLnBrk="1" latinLnBrk="0" hangingPunct="1">
              <a:lnSpc>
                <a:spcPct val="90000"/>
              </a:lnSpc>
              <a:spcBef>
                <a:spcPts val="333"/>
              </a:spcBef>
              <a:buFont typeface="Arial" panose="020B0604020202020204" pitchFamily="34" charset="0"/>
              <a:buChar char="•"/>
              <a:defRPr sz="1600" kern="1200">
                <a:solidFill>
                  <a:schemeClr val="tx1"/>
                </a:solidFill>
                <a:latin typeface="+mn-lt"/>
                <a:ea typeface="+mn-ea"/>
                <a:cs typeface="+mn-cs"/>
              </a:defRPr>
            </a:lvl2pPr>
            <a:lvl3pPr marL="761791" indent="-152358" algn="l" defTabSz="609433" rtl="0" eaLnBrk="1" latinLnBrk="0" hangingPunct="1">
              <a:lnSpc>
                <a:spcPct val="90000"/>
              </a:lnSpc>
              <a:spcBef>
                <a:spcPts val="333"/>
              </a:spcBef>
              <a:buFont typeface="Arial" panose="020B0604020202020204" pitchFamily="34" charset="0"/>
              <a:buChar char="•"/>
              <a:defRPr sz="1333" kern="1200">
                <a:solidFill>
                  <a:schemeClr val="tx1"/>
                </a:solidFill>
                <a:latin typeface="+mn-lt"/>
                <a:ea typeface="+mn-ea"/>
                <a:cs typeface="+mn-cs"/>
              </a:defRPr>
            </a:lvl3pPr>
            <a:lvl4pPr marL="1066507"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4pPr>
            <a:lvl5pPr marL="1371223"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5pPr>
            <a:lvl6pPr marL="1675939"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0656"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372"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088"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a:lstStyle>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32462F"/>
                </a:solidFill>
                <a:effectLst/>
                <a:uLnTx/>
                <a:uFillTx/>
                <a:latin typeface="SoDo Sans" pitchFamily="2" charset="77"/>
                <a:ea typeface="SoDo Sans" pitchFamily="2" charset="77"/>
                <a:cs typeface="+mn-cs"/>
              </a:rPr>
              <a:t>State</a:t>
            </a: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32462F"/>
                </a:solidFill>
                <a:effectLst/>
                <a:uLnTx/>
                <a:uFillTx/>
                <a:latin typeface="SoDo Sans" pitchFamily="2" charset="77"/>
                <a:ea typeface="SoDo Sans" pitchFamily="2" charset="77"/>
                <a:cs typeface="+mn-cs"/>
              </a:rPr>
              <a:t>What is the “average” value of a customer in this state and the transition probabilities?</a:t>
            </a:r>
          </a:p>
        </p:txBody>
      </p:sp>
      <p:sp>
        <p:nvSpPr>
          <p:cNvPr id="12" name="Text Placeholder 2">
            <a:extLst>
              <a:ext uri="{FF2B5EF4-FFF2-40B4-BE49-F238E27FC236}">
                <a16:creationId xmlns:a16="http://schemas.microsoft.com/office/drawing/2014/main" id="{022642F5-E479-B4CC-4137-8FA841ABB86C}"/>
              </a:ext>
            </a:extLst>
          </p:cNvPr>
          <p:cNvSpPr txBox="1">
            <a:spLocks/>
          </p:cNvSpPr>
          <p:nvPr/>
        </p:nvSpPr>
        <p:spPr>
          <a:xfrm>
            <a:off x="474119" y="4123860"/>
            <a:ext cx="3187773" cy="799581"/>
          </a:xfrm>
          <a:prstGeom prst="rect">
            <a:avLst/>
          </a:prstGeom>
        </p:spPr>
        <p:txBody>
          <a:bodyPr lIns="0"/>
          <a:lstStyle>
            <a:lvl1pPr marL="0" indent="0" algn="l" defTabSz="609433" rtl="0" eaLnBrk="1" latinLnBrk="0" hangingPunct="1">
              <a:lnSpc>
                <a:spcPct val="90000"/>
              </a:lnSpc>
              <a:spcBef>
                <a:spcPts val="666"/>
              </a:spcBef>
              <a:buFont typeface="Arial" panose="020B0604020202020204" pitchFamily="34" charset="0"/>
              <a:buNone/>
              <a:defRPr sz="1500" kern="1200">
                <a:solidFill>
                  <a:schemeClr val="accent2"/>
                </a:solidFill>
                <a:latin typeface="SoDo Sans" pitchFamily="2" charset="77"/>
                <a:ea typeface="SoDo Sans" pitchFamily="2" charset="77"/>
                <a:cs typeface="+mn-cs"/>
              </a:defRPr>
            </a:lvl1pPr>
            <a:lvl2pPr marL="457075" indent="-152358" algn="l" defTabSz="609433" rtl="0" eaLnBrk="1" latinLnBrk="0" hangingPunct="1">
              <a:lnSpc>
                <a:spcPct val="90000"/>
              </a:lnSpc>
              <a:spcBef>
                <a:spcPts val="333"/>
              </a:spcBef>
              <a:buFont typeface="Arial" panose="020B0604020202020204" pitchFamily="34" charset="0"/>
              <a:buChar char="•"/>
              <a:defRPr sz="1600" kern="1200">
                <a:solidFill>
                  <a:schemeClr val="tx1"/>
                </a:solidFill>
                <a:latin typeface="+mn-lt"/>
                <a:ea typeface="+mn-ea"/>
                <a:cs typeface="+mn-cs"/>
              </a:defRPr>
            </a:lvl2pPr>
            <a:lvl3pPr marL="761791" indent="-152358" algn="l" defTabSz="609433" rtl="0" eaLnBrk="1" latinLnBrk="0" hangingPunct="1">
              <a:lnSpc>
                <a:spcPct val="90000"/>
              </a:lnSpc>
              <a:spcBef>
                <a:spcPts val="333"/>
              </a:spcBef>
              <a:buFont typeface="Arial" panose="020B0604020202020204" pitchFamily="34" charset="0"/>
              <a:buChar char="•"/>
              <a:defRPr sz="1333" kern="1200">
                <a:solidFill>
                  <a:schemeClr val="tx1"/>
                </a:solidFill>
                <a:latin typeface="+mn-lt"/>
                <a:ea typeface="+mn-ea"/>
                <a:cs typeface="+mn-cs"/>
              </a:defRPr>
            </a:lvl3pPr>
            <a:lvl4pPr marL="1066507"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4pPr>
            <a:lvl5pPr marL="1371223"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5pPr>
            <a:lvl6pPr marL="1675939"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0656"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372"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088" indent="-152358" algn="l" defTabSz="609433"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a:lstStyle>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32462F"/>
                </a:solidFill>
                <a:effectLst/>
                <a:uLnTx/>
                <a:uFillTx/>
                <a:latin typeface="SoDo Sans" pitchFamily="2" charset="77"/>
                <a:ea typeface="SoDo Sans" pitchFamily="2" charset="77"/>
                <a:cs typeface="+mn-cs"/>
              </a:rPr>
              <a:t>Customer</a:t>
            </a: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32462F"/>
                </a:solidFill>
                <a:effectLst/>
                <a:uLnTx/>
                <a:uFillTx/>
                <a:latin typeface="SoDo Sans" pitchFamily="2" charset="77"/>
                <a:ea typeface="SoDo Sans" pitchFamily="2" charset="77"/>
                <a:cs typeface="+mn-cs"/>
              </a:rPr>
              <a:t>What is each customers’ LTV and transition probability</a:t>
            </a:r>
          </a:p>
          <a:p>
            <a:pPr marL="0" marR="0" lvl="0" indent="0" algn="l" defTabSz="609433" rtl="0" eaLnBrk="1" fontAlgn="auto" latinLnBrk="0" hangingPunct="1">
              <a:lnSpc>
                <a:spcPct val="90000"/>
              </a:lnSpc>
              <a:spcBef>
                <a:spcPts val="666"/>
              </a:spcBef>
              <a:spcAft>
                <a:spcPts val="0"/>
              </a:spcAft>
              <a:buClrTx/>
              <a:buSzTx/>
              <a:buFont typeface="Arial" panose="020B0604020202020204" pitchFamily="34" charset="0"/>
              <a:buNone/>
              <a:tabLst/>
              <a:defRPr/>
            </a:pPr>
            <a:endParaRPr kumimoji="0" lang="en-US" sz="1100" b="0" i="1" u="none" strike="noStrike" kern="1200" cap="none" spc="0" normalizeH="0" baseline="0" noProof="0">
              <a:ln>
                <a:noFill/>
              </a:ln>
              <a:solidFill>
                <a:srgbClr val="32462F"/>
              </a:solidFill>
              <a:effectLst/>
              <a:uLnTx/>
              <a:uFillTx/>
              <a:latin typeface="SoDo Sans" pitchFamily="2" charset="77"/>
              <a:ea typeface="SoDo Sans" pitchFamily="2" charset="77"/>
              <a:cs typeface="+mn-cs"/>
            </a:endParaRPr>
          </a:p>
        </p:txBody>
      </p:sp>
      <p:sp>
        <p:nvSpPr>
          <p:cNvPr id="14" name="TextBox 13">
            <a:extLst>
              <a:ext uri="{FF2B5EF4-FFF2-40B4-BE49-F238E27FC236}">
                <a16:creationId xmlns:a16="http://schemas.microsoft.com/office/drawing/2014/main" id="{90DA470F-791D-F318-DE90-3734DD304431}"/>
              </a:ext>
            </a:extLst>
          </p:cNvPr>
          <p:cNvSpPr txBox="1"/>
          <p:nvPr/>
        </p:nvSpPr>
        <p:spPr>
          <a:xfrm>
            <a:off x="4186432" y="3051076"/>
            <a:ext cx="3732484" cy="261610"/>
          </a:xfrm>
          <a:prstGeom prst="rect">
            <a:avLst/>
          </a:prstGeom>
          <a:noFill/>
        </p:spPr>
        <p:txBody>
          <a:bodyPr wrap="square">
            <a:spAutoFit/>
          </a:bodyPr>
          <a:lstStyle/>
          <a:p>
            <a:pPr marL="285750" lvl="0" indent="-285750">
              <a:buFont typeface="Arial" panose="020B0604020202020204" pitchFamily="34" charset="0"/>
              <a:buChar char="•"/>
              <a:defRPr/>
            </a:pPr>
            <a:r>
              <a:rPr lang="en-US" sz="1100">
                <a:solidFill>
                  <a:srgbClr val="32462F"/>
                </a:solidFill>
                <a:latin typeface="SoDo Sans" panose="00000500000000000000" pitchFamily="2" charset="0"/>
                <a:ea typeface="SoDo Sans" panose="00000500000000000000" pitchFamily="2" charset="0"/>
              </a:rPr>
              <a:t>Average of customer predictions in States?</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p:txBody>
      </p:sp>
      <p:sp>
        <p:nvSpPr>
          <p:cNvPr id="15" name="Rounded Rectangle 48">
            <a:extLst>
              <a:ext uri="{FF2B5EF4-FFF2-40B4-BE49-F238E27FC236}">
                <a16:creationId xmlns:a16="http://schemas.microsoft.com/office/drawing/2014/main" id="{058ADEBF-C3CE-1411-58D1-ACC3E91903EC}"/>
              </a:ext>
            </a:extLst>
          </p:cNvPr>
          <p:cNvSpPr/>
          <p:nvPr/>
        </p:nvSpPr>
        <p:spPr>
          <a:xfrm>
            <a:off x="4147373" y="2480931"/>
            <a:ext cx="2467010" cy="292178"/>
          </a:xfrm>
          <a:prstGeom prst="roundRect">
            <a:avLst>
              <a:gd name="adj" fmla="val 50000"/>
            </a:avLst>
          </a:prstGeom>
          <a:solidFill>
            <a:srgbClr val="3246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307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APPRAOACH</a:t>
            </a:r>
          </a:p>
        </p:txBody>
      </p:sp>
      <p:sp>
        <p:nvSpPr>
          <p:cNvPr id="16" name="TextBox 15">
            <a:extLst>
              <a:ext uri="{FF2B5EF4-FFF2-40B4-BE49-F238E27FC236}">
                <a16:creationId xmlns:a16="http://schemas.microsoft.com/office/drawing/2014/main" id="{D22A475B-C53D-5A76-93DC-C1C6CBD6F12A}"/>
              </a:ext>
            </a:extLst>
          </p:cNvPr>
          <p:cNvSpPr txBox="1"/>
          <p:nvPr/>
        </p:nvSpPr>
        <p:spPr>
          <a:xfrm>
            <a:off x="4186431" y="4298863"/>
            <a:ext cx="3732484" cy="43088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Transitions and LTV based on customer-level features.</a:t>
            </a:r>
          </a:p>
        </p:txBody>
      </p:sp>
      <p:cxnSp>
        <p:nvCxnSpPr>
          <p:cNvPr id="26" name="Straight Connector 25">
            <a:extLst>
              <a:ext uri="{FF2B5EF4-FFF2-40B4-BE49-F238E27FC236}">
                <a16:creationId xmlns:a16="http://schemas.microsoft.com/office/drawing/2014/main" id="{1EE35CA0-92A2-2FCA-AFC8-82B8A2AFAB6A}"/>
              </a:ext>
            </a:extLst>
          </p:cNvPr>
          <p:cNvCxnSpPr>
            <a:cxnSpLocks/>
          </p:cNvCxnSpPr>
          <p:nvPr/>
        </p:nvCxnSpPr>
        <p:spPr>
          <a:xfrm>
            <a:off x="468707" y="4004787"/>
            <a:ext cx="10629221" cy="16687"/>
          </a:xfrm>
          <a:prstGeom prst="line">
            <a:avLst/>
          </a:prstGeom>
          <a:ln w="12700">
            <a:solidFill>
              <a:schemeClr val="accent2">
                <a:lumMod val="60000"/>
                <a:lumOff val="4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28" name="Rounded Rectangle 48">
            <a:extLst>
              <a:ext uri="{FF2B5EF4-FFF2-40B4-BE49-F238E27FC236}">
                <a16:creationId xmlns:a16="http://schemas.microsoft.com/office/drawing/2014/main" id="{1643B513-B1FE-BA32-6FF4-514C21001278}"/>
              </a:ext>
            </a:extLst>
          </p:cNvPr>
          <p:cNvSpPr/>
          <p:nvPr/>
        </p:nvSpPr>
        <p:spPr>
          <a:xfrm>
            <a:off x="8530110" y="2449425"/>
            <a:ext cx="2467010" cy="292178"/>
          </a:xfrm>
          <a:prstGeom prst="roundRect">
            <a:avLst>
              <a:gd name="adj" fmla="val 50000"/>
            </a:avLst>
          </a:prstGeom>
          <a:solidFill>
            <a:srgbClr val="3246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5307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USE CASES</a:t>
            </a:r>
          </a:p>
        </p:txBody>
      </p:sp>
      <p:sp>
        <p:nvSpPr>
          <p:cNvPr id="29" name="TextBox 28">
            <a:extLst>
              <a:ext uri="{FF2B5EF4-FFF2-40B4-BE49-F238E27FC236}">
                <a16:creationId xmlns:a16="http://schemas.microsoft.com/office/drawing/2014/main" id="{0AEDF2AE-6E4D-9A10-39F5-62CAE78D61BB}"/>
              </a:ext>
            </a:extLst>
          </p:cNvPr>
          <p:cNvSpPr txBox="1"/>
          <p:nvPr/>
        </p:nvSpPr>
        <p:spPr>
          <a:xfrm>
            <a:off x="8314065" y="4205744"/>
            <a:ext cx="3732484" cy="43088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Identify customers with the greatest growth potential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32462F"/>
                </a:solidFill>
                <a:latin typeface="SoDo Sans" panose="00000500000000000000" pitchFamily="2" charset="0"/>
                <a:ea typeface="SoDo Sans" panose="00000500000000000000" pitchFamily="2" charset="0"/>
              </a:rPr>
              <a:t>Identify customers at retention risk</a:t>
            </a:r>
            <a:endPar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endParaRPr>
          </a:p>
        </p:txBody>
      </p:sp>
      <p:sp>
        <p:nvSpPr>
          <p:cNvPr id="30" name="TextBox 29">
            <a:extLst>
              <a:ext uri="{FF2B5EF4-FFF2-40B4-BE49-F238E27FC236}">
                <a16:creationId xmlns:a16="http://schemas.microsoft.com/office/drawing/2014/main" id="{66F2B05F-88A5-ACBD-7E5F-6306E68667E2}"/>
              </a:ext>
            </a:extLst>
          </p:cNvPr>
          <p:cNvSpPr txBox="1"/>
          <p:nvPr/>
        </p:nvSpPr>
        <p:spPr>
          <a:xfrm>
            <a:off x="8314065" y="2865285"/>
            <a:ext cx="3732484" cy="600164"/>
          </a:xfrm>
          <a:prstGeom prst="rect">
            <a:avLst/>
          </a:prstGeom>
          <a:noFill/>
        </p:spPr>
        <p:txBody>
          <a:bodyPr wrap="square">
            <a:spAutoFit/>
          </a:bodyPr>
          <a:lstStyle/>
          <a:p>
            <a:pPr marL="285750" indent="-285750">
              <a:buFont typeface="Arial" panose="020B0604020202020204" pitchFamily="34" charset="0"/>
              <a:buChar char="•"/>
              <a:defRPr/>
            </a:pPr>
            <a:r>
              <a:rPr lang="en-US" sz="1100">
                <a:solidFill>
                  <a:srgbClr val="32462F"/>
                </a:solidFill>
                <a:latin typeface="SoDo Sans" panose="00000500000000000000" pitchFamily="2" charset="0"/>
                <a:ea typeface="SoDo Sans" panose="00000500000000000000" pitchFamily="2" charset="0"/>
              </a:rPr>
              <a:t>Predictions used to calculate value of State migrations (ROI).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2462F"/>
                </a:solidFill>
                <a:effectLst/>
                <a:uLnTx/>
                <a:uFillTx/>
                <a:latin typeface="SoDo Sans" panose="00000500000000000000" pitchFamily="2" charset="0"/>
                <a:ea typeface="SoDo Sans" panose="00000500000000000000" pitchFamily="2" charset="0"/>
                <a:cs typeface="+mn-cs"/>
              </a:rPr>
              <a:t>Prioritize Stat</a:t>
            </a:r>
            <a:r>
              <a:rPr lang="en-US" sz="1100">
                <a:solidFill>
                  <a:srgbClr val="32462F"/>
                </a:solidFill>
                <a:latin typeface="SoDo Sans" panose="00000500000000000000" pitchFamily="2" charset="0"/>
                <a:ea typeface="SoDo Sans" panose="00000500000000000000" pitchFamily="2" charset="0"/>
              </a:rPr>
              <a:t>e transition efforts</a:t>
            </a:r>
          </a:p>
        </p:txBody>
      </p:sp>
    </p:spTree>
    <p:extLst>
      <p:ext uri="{BB962C8B-B14F-4D97-AF65-F5344CB8AC3E}">
        <p14:creationId xmlns:p14="http://schemas.microsoft.com/office/powerpoint/2010/main" val="29797518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777ACF-623B-61AB-2A45-B42791AE750A}"/>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BDD9FFB1-70AD-8185-F0F1-3DEC0993BF65}"/>
              </a:ext>
            </a:extLst>
          </p:cNvPr>
          <p:cNvSpPr>
            <a:spLocks noGrp="1"/>
          </p:cNvSpPr>
          <p:nvPr>
            <p:ph type="body" sz="quarter" idx="12"/>
          </p:nvPr>
        </p:nvSpPr>
        <p:spPr/>
        <p:txBody>
          <a:bodyPr/>
          <a:lstStyle/>
          <a:p>
            <a:r>
              <a:rPr lang="en-US"/>
              <a:t>Next Steps</a:t>
            </a:r>
          </a:p>
        </p:txBody>
      </p:sp>
      <p:sp>
        <p:nvSpPr>
          <p:cNvPr id="4" name="Text Placeholder 3">
            <a:extLst>
              <a:ext uri="{FF2B5EF4-FFF2-40B4-BE49-F238E27FC236}">
                <a16:creationId xmlns:a16="http://schemas.microsoft.com/office/drawing/2014/main" id="{D2DC730A-3312-F550-A50D-CB3A5F0C9261}"/>
              </a:ext>
            </a:extLst>
          </p:cNvPr>
          <p:cNvSpPr>
            <a:spLocks noGrp="1"/>
          </p:cNvSpPr>
          <p:nvPr>
            <p:ph type="body" sz="quarter" idx="11"/>
          </p:nvPr>
        </p:nvSpPr>
        <p:spPr/>
        <p:txBody>
          <a:bodyPr/>
          <a:lstStyle/>
          <a:p>
            <a:r>
              <a:rPr lang="en-US"/>
              <a:t>What is Next</a:t>
            </a:r>
          </a:p>
        </p:txBody>
      </p:sp>
      <p:sp>
        <p:nvSpPr>
          <p:cNvPr id="5" name="Text Placeholder 4">
            <a:extLst>
              <a:ext uri="{FF2B5EF4-FFF2-40B4-BE49-F238E27FC236}">
                <a16:creationId xmlns:a16="http://schemas.microsoft.com/office/drawing/2014/main" id="{8F495D10-1CAF-D57D-A11F-39E96784173A}"/>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7A6F02BD-0BE2-9B89-2D33-8C16540F0C38}"/>
              </a:ext>
            </a:extLst>
          </p:cNvPr>
          <p:cNvSpPr txBox="1"/>
          <p:nvPr/>
        </p:nvSpPr>
        <p:spPr>
          <a:xfrm>
            <a:off x="539015" y="2139952"/>
            <a:ext cx="10299031" cy="2862322"/>
          </a:xfrm>
          <a:prstGeom prst="rect">
            <a:avLst/>
          </a:prstGeom>
          <a:noFill/>
        </p:spPr>
        <p:txBody>
          <a:bodyPr wrap="square" rtlCol="0">
            <a:spAutoFit/>
          </a:bodyPr>
          <a:lstStyle/>
          <a:p>
            <a:pPr marL="285750" indent="-285750">
              <a:buFont typeface="Arial" panose="020B0604020202020204" pitchFamily="34" charset="0"/>
              <a:buChar char="•"/>
            </a:pPr>
            <a:r>
              <a:rPr lang="en-US"/>
              <a:t>Detailed timeline needs to be revised given that we have identified an approach. </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I would like to meet on a regular basis to have this type of meeting. We need a week to get some stuff done, but after that I would like to start </a:t>
            </a:r>
            <a:r>
              <a:rPr lang="en-US" b="1">
                <a:solidFill>
                  <a:schemeClr val="accent1"/>
                </a:solidFill>
              </a:rPr>
              <a:t>reviewing results weekly </a:t>
            </a:r>
            <a:br>
              <a:rPr lang="en-US"/>
            </a:br>
            <a:endParaRPr lang="en-US"/>
          </a:p>
          <a:p>
            <a:pPr marL="285750" indent="-285750">
              <a:buFont typeface="Arial" panose="020B0604020202020204" pitchFamily="34" charset="0"/>
              <a:buChar char="•"/>
            </a:pPr>
            <a:r>
              <a:rPr lang="en-US"/>
              <a:t>Meet with </a:t>
            </a:r>
            <a:r>
              <a:rPr lang="en-US" b="1">
                <a:solidFill>
                  <a:schemeClr val="accent1"/>
                </a:solidFill>
              </a:rPr>
              <a:t>stakeholder teams </a:t>
            </a:r>
            <a:r>
              <a:rPr lang="en-US"/>
              <a:t>to introduce them to the approach and get their feedback – already set up</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Detailed description of the predictive models</a:t>
            </a:r>
          </a:p>
          <a:p>
            <a:endParaRPr lang="en-US"/>
          </a:p>
        </p:txBody>
      </p:sp>
    </p:spTree>
    <p:extLst>
      <p:ext uri="{BB962C8B-B14F-4D97-AF65-F5344CB8AC3E}">
        <p14:creationId xmlns:p14="http://schemas.microsoft.com/office/powerpoint/2010/main" val="1949205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2E544E5-1598-20BD-B3C6-A59255529AF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40AD115-18B1-D828-4BF2-1FCCC8F2995A}"/>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3E7B84C8-F763-ACF5-DB19-2DB8B70547A4}"/>
              </a:ext>
            </a:extLst>
          </p:cNvPr>
          <p:cNvSpPr>
            <a:spLocks noGrp="1"/>
          </p:cNvSpPr>
          <p:nvPr>
            <p:ph type="body" sz="quarter" idx="10"/>
          </p:nvPr>
        </p:nvSpPr>
        <p:spPr/>
        <p:txBody>
          <a:bodyPr/>
          <a:lstStyle/>
          <a:p>
            <a:r>
              <a:rPr lang="en-US"/>
              <a:t>To be removed</a:t>
            </a:r>
          </a:p>
        </p:txBody>
      </p:sp>
    </p:spTree>
    <p:extLst>
      <p:ext uri="{BB962C8B-B14F-4D97-AF65-F5344CB8AC3E}">
        <p14:creationId xmlns:p14="http://schemas.microsoft.com/office/powerpoint/2010/main" val="37096772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DF6B72-F5C7-AE6F-2D6F-BC6244D7E2A8}"/>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EE9627D1-3B40-F224-E7AA-402BF2EAABA2}"/>
              </a:ext>
            </a:extLst>
          </p:cNvPr>
          <p:cNvSpPr>
            <a:spLocks noGrp="1"/>
          </p:cNvSpPr>
          <p:nvPr>
            <p:ph type="body" sz="quarter" idx="12"/>
          </p:nvPr>
        </p:nvSpPr>
        <p:spPr/>
        <p:txBody>
          <a:bodyPr/>
          <a:lstStyle/>
          <a:p>
            <a:r>
              <a:rPr lang="en-US"/>
              <a:t>Customer Feature Development Status </a:t>
            </a:r>
          </a:p>
        </p:txBody>
      </p:sp>
      <p:sp>
        <p:nvSpPr>
          <p:cNvPr id="4" name="Text Placeholder 3">
            <a:extLst>
              <a:ext uri="{FF2B5EF4-FFF2-40B4-BE49-F238E27FC236}">
                <a16:creationId xmlns:a16="http://schemas.microsoft.com/office/drawing/2014/main" id="{41C60BBF-671A-DE32-F8E9-F0C8FAC759BF}"/>
              </a:ext>
            </a:extLst>
          </p:cNvPr>
          <p:cNvSpPr>
            <a:spLocks noGrp="1"/>
          </p:cNvSpPr>
          <p:nvPr>
            <p:ph type="body" sz="quarter" idx="11"/>
          </p:nvPr>
        </p:nvSpPr>
        <p:spPr/>
        <p:txBody>
          <a:bodyPr/>
          <a:lstStyle/>
          <a:p>
            <a:r>
              <a:rPr lang="en-US"/>
              <a:t>Feature Tracker</a:t>
            </a:r>
          </a:p>
        </p:txBody>
      </p:sp>
      <p:graphicFrame>
        <p:nvGraphicFramePr>
          <p:cNvPr id="6" name="Table 5">
            <a:extLst>
              <a:ext uri="{FF2B5EF4-FFF2-40B4-BE49-F238E27FC236}">
                <a16:creationId xmlns:a16="http://schemas.microsoft.com/office/drawing/2014/main" id="{137F207B-CDBC-4D43-C694-BDA3BC0FE1E0}"/>
              </a:ext>
            </a:extLst>
          </p:cNvPr>
          <p:cNvGraphicFramePr>
            <a:graphicFrameLocks noGrp="1"/>
          </p:cNvGraphicFramePr>
          <p:nvPr>
            <p:extLst>
              <p:ext uri="{D42A27DB-BD31-4B8C-83A1-F6EECF244321}">
                <p14:modId xmlns:p14="http://schemas.microsoft.com/office/powerpoint/2010/main" val="2418274192"/>
              </p:ext>
            </p:extLst>
          </p:nvPr>
        </p:nvGraphicFramePr>
        <p:xfrm>
          <a:off x="934012" y="2355961"/>
          <a:ext cx="8870803" cy="2966720"/>
        </p:xfrm>
        <a:graphic>
          <a:graphicData uri="http://schemas.openxmlformats.org/drawingml/2006/table">
            <a:tbl>
              <a:tblPr firstRow="1" bandRow="1">
                <a:tableStyleId>{5C22544A-7EE6-4342-B048-85BDC9FD1C3A}</a:tableStyleId>
              </a:tblPr>
              <a:tblGrid>
                <a:gridCol w="2213853">
                  <a:extLst>
                    <a:ext uri="{9D8B030D-6E8A-4147-A177-3AD203B41FA5}">
                      <a16:colId xmlns:a16="http://schemas.microsoft.com/office/drawing/2014/main" val="1013233730"/>
                    </a:ext>
                  </a:extLst>
                </a:gridCol>
                <a:gridCol w="3171230">
                  <a:extLst>
                    <a:ext uri="{9D8B030D-6E8A-4147-A177-3AD203B41FA5}">
                      <a16:colId xmlns:a16="http://schemas.microsoft.com/office/drawing/2014/main" val="639474580"/>
                    </a:ext>
                  </a:extLst>
                </a:gridCol>
                <a:gridCol w="3485720">
                  <a:extLst>
                    <a:ext uri="{9D8B030D-6E8A-4147-A177-3AD203B41FA5}">
                      <a16:colId xmlns:a16="http://schemas.microsoft.com/office/drawing/2014/main" val="745496515"/>
                    </a:ext>
                  </a:extLst>
                </a:gridCol>
              </a:tblGrid>
              <a:tr h="370840">
                <a:tc>
                  <a:txBody>
                    <a:bodyPr/>
                    <a:lstStyle/>
                    <a:p>
                      <a:r>
                        <a:rPr lang="en-US">
                          <a:latin typeface="SoDo Sans" panose="00000500000000000000" pitchFamily="2" charset="0"/>
                          <a:ea typeface="SoDo Sans" panose="00000500000000000000" pitchFamily="2" charset="0"/>
                        </a:rPr>
                        <a:t>Feature</a:t>
                      </a:r>
                    </a:p>
                  </a:txBody>
                  <a:tcPr/>
                </a:tc>
                <a:tc>
                  <a:txBody>
                    <a:bodyPr/>
                    <a:lstStyle/>
                    <a:p>
                      <a:pPr marL="0" marR="0" lvl="0" indent="0" algn="l" defTabSz="609433" rtl="0" eaLnBrk="1" fontAlgn="auto" latinLnBrk="0" hangingPunct="1">
                        <a:lnSpc>
                          <a:spcPct val="100000"/>
                        </a:lnSpc>
                        <a:spcBef>
                          <a:spcPts val="0"/>
                        </a:spcBef>
                        <a:spcAft>
                          <a:spcPts val="0"/>
                        </a:spcAft>
                        <a:buClrTx/>
                        <a:buSzTx/>
                        <a:buFontTx/>
                        <a:buNone/>
                        <a:tabLst/>
                        <a:defRPr/>
                      </a:pPr>
                      <a:r>
                        <a:rPr lang="en-US">
                          <a:latin typeface="SoDo Sans" panose="00000500000000000000" pitchFamily="2" charset="0"/>
                          <a:ea typeface="SoDo Sans" panose="00000500000000000000" pitchFamily="2" charset="0"/>
                        </a:rPr>
                        <a:t>Description</a:t>
                      </a:r>
                    </a:p>
                  </a:txBody>
                  <a:tcPr/>
                </a:tc>
                <a:tc>
                  <a:txBody>
                    <a:bodyPr/>
                    <a:lstStyle/>
                    <a:p>
                      <a:r>
                        <a:rPr lang="en-US">
                          <a:latin typeface="SoDo Sans" panose="00000500000000000000" pitchFamily="2" charset="0"/>
                          <a:ea typeface="SoDo Sans" panose="00000500000000000000" pitchFamily="2" charset="0"/>
                        </a:rPr>
                        <a:t>Status</a:t>
                      </a:r>
                    </a:p>
                  </a:txBody>
                  <a:tcPr/>
                </a:tc>
                <a:extLst>
                  <a:ext uri="{0D108BD9-81ED-4DB2-BD59-A6C34878D82A}">
                    <a16:rowId xmlns:a16="http://schemas.microsoft.com/office/drawing/2014/main" val="2949124395"/>
                  </a:ext>
                </a:extLst>
              </a:tr>
              <a:tr h="370840">
                <a:tc>
                  <a:txBody>
                    <a:bodyPr/>
                    <a:lstStyle/>
                    <a:p>
                      <a:r>
                        <a:rPr lang="en-US" sz="1200">
                          <a:latin typeface="SoDo Sans" panose="00000500000000000000" pitchFamily="2" charset="0"/>
                          <a:ea typeface="SoDo Sans" panose="00000500000000000000" pitchFamily="2" charset="0"/>
                        </a:rPr>
                        <a:t>RFMC (value)</a:t>
                      </a:r>
                    </a:p>
                  </a:txBody>
                  <a:tcPr/>
                </a:tc>
                <a:tc>
                  <a:txBody>
                    <a:bodyPr/>
                    <a:lstStyle/>
                    <a:p>
                      <a:r>
                        <a:rPr lang="en-US" sz="1200">
                          <a:latin typeface="SoDo Sans" panose="00000500000000000000" pitchFamily="2" charset="0"/>
                          <a:ea typeface="SoDo Sans" panose="00000500000000000000" pitchFamily="2" charset="0"/>
                        </a:rPr>
                        <a:t>Descriptions of customer value</a:t>
                      </a:r>
                    </a:p>
                  </a:txBody>
                  <a:tcPr/>
                </a:tc>
                <a:tc>
                  <a:txBody>
                    <a:bodyPr/>
                    <a:lstStyle/>
                    <a:p>
                      <a:r>
                        <a:rPr lang="en-US" sz="1200">
                          <a:latin typeface="SoDo Sans" panose="00000500000000000000" pitchFamily="2" charset="0"/>
                          <a:ea typeface="SoDo Sans" panose="00000500000000000000" pitchFamily="2" charset="0"/>
                        </a:rPr>
                        <a:t>EDA in progress</a:t>
                      </a:r>
                    </a:p>
                  </a:txBody>
                  <a:tcPr/>
                </a:tc>
                <a:extLst>
                  <a:ext uri="{0D108BD9-81ED-4DB2-BD59-A6C34878D82A}">
                    <a16:rowId xmlns:a16="http://schemas.microsoft.com/office/drawing/2014/main" val="3180213007"/>
                  </a:ext>
                </a:extLst>
              </a:tr>
              <a:tr h="370840">
                <a:tc>
                  <a:txBody>
                    <a:bodyPr/>
                    <a:lstStyle/>
                    <a:p>
                      <a:r>
                        <a:rPr lang="en-US" sz="1200">
                          <a:latin typeface="SoDo Sans" panose="00000500000000000000" pitchFamily="2" charset="0"/>
                          <a:ea typeface="SoDo Sans" panose="00000500000000000000" pitchFamily="2" charset="0"/>
                        </a:rPr>
                        <a:t>SR engagement</a:t>
                      </a:r>
                    </a:p>
                  </a:txBody>
                  <a:tcPr/>
                </a:tc>
                <a:tc>
                  <a:txBody>
                    <a:bodyPr/>
                    <a:lstStyle/>
                    <a:p>
                      <a:r>
                        <a:rPr lang="en-US" sz="1200">
                          <a:latin typeface="SoDo Sans" panose="00000500000000000000" pitchFamily="2" charset="0"/>
                          <a:ea typeface="SoDo Sans" panose="00000500000000000000" pitchFamily="2" charset="0"/>
                        </a:rPr>
                        <a:t>Engagement with SR features (stars)</a:t>
                      </a:r>
                    </a:p>
                  </a:txBody>
                  <a:tcPr/>
                </a:tc>
                <a:tc>
                  <a:txBody>
                    <a:bodyPr/>
                    <a:lstStyle/>
                    <a:p>
                      <a:r>
                        <a:rPr lang="en-US" sz="1200">
                          <a:latin typeface="SoDo Sans" panose="00000500000000000000" pitchFamily="2" charset="0"/>
                          <a:ea typeface="SoDo Sans" panose="00000500000000000000" pitchFamily="2" charset="0"/>
                        </a:rPr>
                        <a:t>EDA in progress</a:t>
                      </a:r>
                    </a:p>
                  </a:txBody>
                  <a:tcPr/>
                </a:tc>
                <a:extLst>
                  <a:ext uri="{0D108BD9-81ED-4DB2-BD59-A6C34878D82A}">
                    <a16:rowId xmlns:a16="http://schemas.microsoft.com/office/drawing/2014/main" val="2749300221"/>
                  </a:ext>
                </a:extLst>
              </a:tr>
              <a:tr h="370840">
                <a:tc>
                  <a:txBody>
                    <a:bodyPr/>
                    <a:lstStyle/>
                    <a:p>
                      <a:r>
                        <a:rPr lang="en-US" sz="1200">
                          <a:latin typeface="SoDo Sans" panose="00000500000000000000" pitchFamily="2" charset="0"/>
                          <a:ea typeface="SoDo Sans" panose="00000500000000000000" pitchFamily="2" charset="0"/>
                        </a:rPr>
                        <a:t>Day part preferences</a:t>
                      </a:r>
                    </a:p>
                  </a:txBody>
                  <a:tcPr/>
                </a:tc>
                <a:tc>
                  <a:txBody>
                    <a:bodyPr/>
                    <a:lstStyle/>
                    <a:p>
                      <a:endParaRPr lang="en-US" sz="1200">
                        <a:latin typeface="SoDo Sans" panose="00000500000000000000" pitchFamily="2" charset="0"/>
                        <a:ea typeface="SoDo Sans" panose="00000500000000000000" pitchFamily="2" charset="0"/>
                      </a:endParaRPr>
                    </a:p>
                  </a:txBody>
                  <a:tcPr/>
                </a:tc>
                <a:tc>
                  <a:txBody>
                    <a:bodyPr/>
                    <a:lstStyle/>
                    <a:p>
                      <a:r>
                        <a:rPr lang="en-US" sz="1200">
                          <a:latin typeface="SoDo Sans" panose="00000500000000000000" pitchFamily="2" charset="0"/>
                          <a:ea typeface="SoDo Sans" panose="00000500000000000000" pitchFamily="2" charset="0"/>
                        </a:rPr>
                        <a:t>EDA in progress</a:t>
                      </a:r>
                    </a:p>
                  </a:txBody>
                  <a:tcPr/>
                </a:tc>
                <a:extLst>
                  <a:ext uri="{0D108BD9-81ED-4DB2-BD59-A6C34878D82A}">
                    <a16:rowId xmlns:a16="http://schemas.microsoft.com/office/drawing/2014/main" val="754151403"/>
                  </a:ext>
                </a:extLst>
              </a:tr>
              <a:tr h="370840">
                <a:tc>
                  <a:txBody>
                    <a:bodyPr/>
                    <a:lstStyle/>
                    <a:p>
                      <a:r>
                        <a:rPr lang="en-US" sz="1200">
                          <a:latin typeface="SoDo Sans" panose="00000500000000000000" pitchFamily="2" charset="0"/>
                          <a:ea typeface="SoDo Sans" panose="00000500000000000000" pitchFamily="2" charset="0"/>
                        </a:rPr>
                        <a:t>Product preferences</a:t>
                      </a:r>
                    </a:p>
                  </a:txBody>
                  <a:tcPr/>
                </a:tc>
                <a:tc>
                  <a:txBody>
                    <a:bodyPr/>
                    <a:lstStyle/>
                    <a:p>
                      <a:r>
                        <a:rPr lang="en-US" sz="1200">
                          <a:latin typeface="SoDo Sans" panose="00000500000000000000" pitchFamily="2" charset="0"/>
                          <a:ea typeface="SoDo Sans" panose="00000500000000000000" pitchFamily="2" charset="0"/>
                        </a:rPr>
                        <a:t>Category depth, LTO engagement</a:t>
                      </a:r>
                    </a:p>
                  </a:txBody>
                  <a:tcPr/>
                </a:tc>
                <a:tc>
                  <a:txBody>
                    <a:bodyPr/>
                    <a:lstStyle/>
                    <a:p>
                      <a:r>
                        <a:rPr lang="en-US" sz="1200">
                          <a:latin typeface="SoDo Sans" panose="00000500000000000000" pitchFamily="2" charset="0"/>
                          <a:ea typeface="SoDo Sans" panose="00000500000000000000" pitchFamily="2" charset="0"/>
                        </a:rPr>
                        <a:t>EDA in progress</a:t>
                      </a:r>
                    </a:p>
                  </a:txBody>
                  <a:tcPr/>
                </a:tc>
                <a:extLst>
                  <a:ext uri="{0D108BD9-81ED-4DB2-BD59-A6C34878D82A}">
                    <a16:rowId xmlns:a16="http://schemas.microsoft.com/office/drawing/2014/main" val="4095478157"/>
                  </a:ext>
                </a:extLst>
              </a:tr>
              <a:tr h="370840">
                <a:tc>
                  <a:txBody>
                    <a:bodyPr/>
                    <a:lstStyle/>
                    <a:p>
                      <a:r>
                        <a:rPr lang="en-US" sz="1200">
                          <a:latin typeface="SoDo Sans" panose="00000500000000000000" pitchFamily="2" charset="0"/>
                          <a:ea typeface="SoDo Sans" panose="00000500000000000000" pitchFamily="2" charset="0"/>
                        </a:rPr>
                        <a:t>Channel use</a:t>
                      </a:r>
                    </a:p>
                  </a:txBody>
                  <a:tcPr/>
                </a:tc>
                <a:tc>
                  <a:txBody>
                    <a:bodyPr/>
                    <a:lstStyle/>
                    <a:p>
                      <a:r>
                        <a:rPr lang="en-US" sz="1200">
                          <a:latin typeface="SoDo Sans" panose="00000500000000000000" pitchFamily="2" charset="0"/>
                          <a:ea typeface="SoDo Sans" panose="00000500000000000000" pitchFamily="2" charset="0"/>
                        </a:rPr>
                        <a:t>Multiple channel use</a:t>
                      </a:r>
                    </a:p>
                  </a:txBody>
                  <a:tcPr/>
                </a:tc>
                <a:tc>
                  <a:txBody>
                    <a:bodyPr/>
                    <a:lstStyle/>
                    <a:p>
                      <a:r>
                        <a:rPr lang="en-US" sz="1200">
                          <a:latin typeface="SoDo Sans" panose="00000500000000000000" pitchFamily="2" charset="0"/>
                          <a:ea typeface="SoDo Sans" panose="00000500000000000000" pitchFamily="2" charset="0"/>
                        </a:rPr>
                        <a:t>EDA in progress</a:t>
                      </a:r>
                    </a:p>
                  </a:txBody>
                  <a:tcPr/>
                </a:tc>
                <a:extLst>
                  <a:ext uri="{0D108BD9-81ED-4DB2-BD59-A6C34878D82A}">
                    <a16:rowId xmlns:a16="http://schemas.microsoft.com/office/drawing/2014/main" val="869112930"/>
                  </a:ext>
                </a:extLst>
              </a:tr>
              <a:tr h="370840">
                <a:tc>
                  <a:txBody>
                    <a:bodyPr/>
                    <a:lstStyle/>
                    <a:p>
                      <a:pPr lvl="0"/>
                      <a:r>
                        <a:rPr lang="en-US" sz="1200" kern="1200">
                          <a:solidFill>
                            <a:schemeClr val="dk1"/>
                          </a:solidFill>
                          <a:effectLst/>
                          <a:latin typeface="SoDo Sans" panose="00000500000000000000" pitchFamily="2" charset="0"/>
                          <a:ea typeface="SoDo Sans" panose="00000500000000000000" pitchFamily="2" charset="0"/>
                          <a:cs typeface="+mn-cs"/>
                        </a:rPr>
                        <a:t>Pricing/value choices </a:t>
                      </a:r>
                    </a:p>
                  </a:txBody>
                  <a:tcPr/>
                </a:tc>
                <a:tc>
                  <a:txBody>
                    <a:bodyPr/>
                    <a:lstStyle/>
                    <a:p>
                      <a:r>
                        <a:rPr lang="en-US" sz="1200">
                          <a:latin typeface="SoDo Sans" panose="00000500000000000000" pitchFamily="2" charset="0"/>
                          <a:ea typeface="SoDo Sans" panose="00000500000000000000" pitchFamily="2" charset="0"/>
                        </a:rPr>
                        <a:t>Average order value</a:t>
                      </a:r>
                    </a:p>
                  </a:txBody>
                  <a:tcPr/>
                </a:tc>
                <a:tc>
                  <a:txBody>
                    <a:bodyPr/>
                    <a:lstStyle/>
                    <a:p>
                      <a:r>
                        <a:rPr lang="en-US" sz="1200">
                          <a:latin typeface="SoDo Sans" panose="00000500000000000000" pitchFamily="2" charset="0"/>
                          <a:ea typeface="SoDo Sans" panose="00000500000000000000" pitchFamily="2" charset="0"/>
                        </a:rPr>
                        <a:t>Not started</a:t>
                      </a:r>
                    </a:p>
                  </a:txBody>
                  <a:tcPr/>
                </a:tc>
                <a:extLst>
                  <a:ext uri="{0D108BD9-81ED-4DB2-BD59-A6C34878D82A}">
                    <a16:rowId xmlns:a16="http://schemas.microsoft.com/office/drawing/2014/main" val="3889333648"/>
                  </a:ext>
                </a:extLst>
              </a:tr>
              <a:tr h="370840">
                <a:tc>
                  <a:txBody>
                    <a:bodyPr/>
                    <a:lstStyle/>
                    <a:p>
                      <a:pPr marL="0" marR="0" lvl="0" indent="0" algn="l" defTabSz="609433" rtl="0" eaLnBrk="1" fontAlgn="auto" latinLnBrk="0" hangingPunct="1">
                        <a:lnSpc>
                          <a:spcPct val="100000"/>
                        </a:lnSpc>
                        <a:spcBef>
                          <a:spcPts val="0"/>
                        </a:spcBef>
                        <a:spcAft>
                          <a:spcPts val="0"/>
                        </a:spcAft>
                        <a:buClrTx/>
                        <a:buSzTx/>
                        <a:buFontTx/>
                        <a:buNone/>
                        <a:tabLst/>
                        <a:defRPr/>
                      </a:pPr>
                      <a:r>
                        <a:rPr lang="en-US" sz="1200" kern="1200">
                          <a:solidFill>
                            <a:schemeClr val="dk1"/>
                          </a:solidFill>
                          <a:effectLst/>
                          <a:latin typeface="SoDo Sans" panose="00000500000000000000" pitchFamily="2" charset="0"/>
                          <a:ea typeface="SoDo Sans" panose="00000500000000000000" pitchFamily="2" charset="0"/>
                          <a:cs typeface="+mn-cs"/>
                        </a:rPr>
                        <a:t>Promotion / game use</a:t>
                      </a:r>
                    </a:p>
                  </a:txBody>
                  <a:tcPr/>
                </a:tc>
                <a:tc>
                  <a:txBody>
                    <a:bodyPr/>
                    <a:lstStyle/>
                    <a:p>
                      <a:r>
                        <a:rPr lang="en-US" sz="1200">
                          <a:latin typeface="SoDo Sans" panose="00000500000000000000" pitchFamily="2" charset="0"/>
                          <a:ea typeface="SoDo Sans" panose="00000500000000000000" pitchFamily="2" charset="0"/>
                        </a:rPr>
                        <a:t>Overlap with SR engagement</a:t>
                      </a:r>
                    </a:p>
                  </a:txBody>
                  <a:tcPr/>
                </a:tc>
                <a:tc>
                  <a:txBody>
                    <a:bodyPr/>
                    <a:lstStyle/>
                    <a:p>
                      <a:r>
                        <a:rPr lang="en-US" sz="1200">
                          <a:latin typeface="SoDo Sans" panose="00000500000000000000" pitchFamily="2" charset="0"/>
                          <a:ea typeface="SoDo Sans" panose="00000500000000000000" pitchFamily="2" charset="0"/>
                        </a:rPr>
                        <a:t>Not started</a:t>
                      </a:r>
                    </a:p>
                  </a:txBody>
                  <a:tcPr/>
                </a:tc>
                <a:extLst>
                  <a:ext uri="{0D108BD9-81ED-4DB2-BD59-A6C34878D82A}">
                    <a16:rowId xmlns:a16="http://schemas.microsoft.com/office/drawing/2014/main" val="1178047212"/>
                  </a:ext>
                </a:extLst>
              </a:tr>
            </a:tbl>
          </a:graphicData>
        </a:graphic>
      </p:graphicFrame>
    </p:spTree>
    <p:extLst>
      <p:ext uri="{BB962C8B-B14F-4D97-AF65-F5344CB8AC3E}">
        <p14:creationId xmlns:p14="http://schemas.microsoft.com/office/powerpoint/2010/main" val="34138959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FD8516-202E-83C2-8ADD-A0875BDD04A9}"/>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9DED62B0-1C9C-70A5-29CD-1411D231CE5B}"/>
              </a:ext>
            </a:extLst>
          </p:cNvPr>
          <p:cNvSpPr>
            <a:spLocks noGrp="1"/>
          </p:cNvSpPr>
          <p:nvPr>
            <p:ph type="body" sz="quarter" idx="10"/>
          </p:nvPr>
        </p:nvSpPr>
        <p:spPr/>
        <p:txBody>
          <a:bodyPr/>
          <a:lstStyle/>
          <a:p>
            <a:endParaRPr lang="en-US"/>
          </a:p>
        </p:txBody>
      </p:sp>
      <p:pic>
        <p:nvPicPr>
          <p:cNvPr id="1026" name="Picture 2">
            <a:extLst>
              <a:ext uri="{FF2B5EF4-FFF2-40B4-BE49-F238E27FC236}">
                <a16:creationId xmlns:a16="http://schemas.microsoft.com/office/drawing/2014/main" id="{DD97EACE-DDB1-5C71-53C8-98B78E1CD7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737" y="717438"/>
            <a:ext cx="10516573" cy="529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25853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BCEDB2A1-14BD-DD0F-5244-06F974EEC246}"/>
              </a:ext>
            </a:extLst>
          </p:cNvPr>
          <p:cNvSpPr>
            <a:spLocks noGrp="1"/>
          </p:cNvSpPr>
          <p:nvPr>
            <p:ph type="body" sz="quarter" idx="13"/>
          </p:nvPr>
        </p:nvSpPr>
        <p:spPr/>
        <p:txBody>
          <a:bodyPr/>
          <a:lstStyle/>
          <a:p>
            <a:endParaRPr lang="en-US"/>
          </a:p>
        </p:txBody>
      </p:sp>
      <p:sp>
        <p:nvSpPr>
          <p:cNvPr id="17" name="Text Placeholder 16">
            <a:extLst>
              <a:ext uri="{FF2B5EF4-FFF2-40B4-BE49-F238E27FC236}">
                <a16:creationId xmlns:a16="http://schemas.microsoft.com/office/drawing/2014/main" id="{E6CD481B-F900-7D62-1AEC-A1B36497AB38}"/>
              </a:ext>
            </a:extLst>
          </p:cNvPr>
          <p:cNvSpPr>
            <a:spLocks noGrp="1"/>
          </p:cNvSpPr>
          <p:nvPr>
            <p:ph type="body" sz="quarter" idx="10"/>
          </p:nvPr>
        </p:nvSpPr>
        <p:spPr/>
        <p:txBody>
          <a:bodyPr/>
          <a:lstStyle/>
          <a:p>
            <a:endParaRPr lang="en-US"/>
          </a:p>
        </p:txBody>
      </p:sp>
      <p:sp>
        <p:nvSpPr>
          <p:cNvPr id="19" name="TextBox 18">
            <a:extLst>
              <a:ext uri="{FF2B5EF4-FFF2-40B4-BE49-F238E27FC236}">
                <a16:creationId xmlns:a16="http://schemas.microsoft.com/office/drawing/2014/main" id="{9BA2921F-35A5-FE10-A6E7-372CB2D3288A}"/>
              </a:ext>
            </a:extLst>
          </p:cNvPr>
          <p:cNvSpPr txBox="1"/>
          <p:nvPr/>
        </p:nvSpPr>
        <p:spPr>
          <a:xfrm>
            <a:off x="701360" y="1492116"/>
            <a:ext cx="2880613" cy="923330"/>
          </a:xfrm>
          <a:prstGeom prst="rect">
            <a:avLst/>
          </a:prstGeom>
          <a:noFill/>
        </p:spPr>
        <p:txBody>
          <a:bodyPr wrap="square" rtlCol="0">
            <a:spAutoFit/>
          </a:bodyPr>
          <a:lstStyle/>
          <a:p>
            <a:r>
              <a:rPr lang="en-US"/>
              <a:t>States are homogeneous and different from each other</a:t>
            </a:r>
          </a:p>
        </p:txBody>
      </p:sp>
      <p:sp>
        <p:nvSpPr>
          <p:cNvPr id="20" name="TextBox 19">
            <a:extLst>
              <a:ext uri="{FF2B5EF4-FFF2-40B4-BE49-F238E27FC236}">
                <a16:creationId xmlns:a16="http://schemas.microsoft.com/office/drawing/2014/main" id="{990407AD-95CE-B004-CF81-0F2FEA392721}"/>
              </a:ext>
            </a:extLst>
          </p:cNvPr>
          <p:cNvSpPr txBox="1"/>
          <p:nvPr/>
        </p:nvSpPr>
        <p:spPr>
          <a:xfrm>
            <a:off x="4490734" y="1630615"/>
            <a:ext cx="2880613" cy="923330"/>
          </a:xfrm>
          <a:prstGeom prst="rect">
            <a:avLst/>
          </a:prstGeom>
          <a:noFill/>
        </p:spPr>
        <p:txBody>
          <a:bodyPr wrap="square" rtlCol="0">
            <a:spAutoFit/>
          </a:bodyPr>
          <a:lstStyle/>
          <a:p>
            <a:r>
              <a:rPr lang="en-US"/>
              <a:t>Within and between sum of squares (ANOVA) – </a:t>
            </a:r>
            <a:br>
              <a:rPr lang="en-US"/>
            </a:br>
            <a:r>
              <a:rPr lang="en-US"/>
              <a:t>90-day revenue?</a:t>
            </a:r>
          </a:p>
        </p:txBody>
      </p:sp>
      <p:sp>
        <p:nvSpPr>
          <p:cNvPr id="21" name="Rectangle 20">
            <a:extLst>
              <a:ext uri="{FF2B5EF4-FFF2-40B4-BE49-F238E27FC236}">
                <a16:creationId xmlns:a16="http://schemas.microsoft.com/office/drawing/2014/main" id="{6B102365-45CD-6E8D-39ED-F6AFAA66920A}"/>
              </a:ext>
            </a:extLst>
          </p:cNvPr>
          <p:cNvSpPr/>
          <p:nvPr/>
        </p:nvSpPr>
        <p:spPr>
          <a:xfrm>
            <a:off x="468707" y="1402537"/>
            <a:ext cx="8207780" cy="11550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C6BAB37-50A7-C6FB-1F01-7F61BC68D13C}"/>
              </a:ext>
            </a:extLst>
          </p:cNvPr>
          <p:cNvSpPr/>
          <p:nvPr/>
        </p:nvSpPr>
        <p:spPr>
          <a:xfrm>
            <a:off x="468707" y="2643525"/>
            <a:ext cx="8207780" cy="965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B49C219-9776-F1FE-78B2-D19BEBE3BA62}"/>
              </a:ext>
            </a:extLst>
          </p:cNvPr>
          <p:cNvSpPr txBox="1"/>
          <p:nvPr/>
        </p:nvSpPr>
        <p:spPr>
          <a:xfrm>
            <a:off x="701360" y="2759375"/>
            <a:ext cx="2880613" cy="369332"/>
          </a:xfrm>
          <a:prstGeom prst="rect">
            <a:avLst/>
          </a:prstGeom>
          <a:noFill/>
        </p:spPr>
        <p:txBody>
          <a:bodyPr wrap="square" rtlCol="0">
            <a:spAutoFit/>
          </a:bodyPr>
          <a:lstStyle/>
          <a:p>
            <a:r>
              <a:rPr lang="en-US"/>
              <a:t>States are sorted by value </a:t>
            </a:r>
          </a:p>
        </p:txBody>
      </p:sp>
      <p:sp>
        <p:nvSpPr>
          <p:cNvPr id="24" name="TextBox 23">
            <a:extLst>
              <a:ext uri="{FF2B5EF4-FFF2-40B4-BE49-F238E27FC236}">
                <a16:creationId xmlns:a16="http://schemas.microsoft.com/office/drawing/2014/main" id="{3417D432-A595-B904-CACD-AB5D836882BA}"/>
              </a:ext>
            </a:extLst>
          </p:cNvPr>
          <p:cNvSpPr txBox="1"/>
          <p:nvPr/>
        </p:nvSpPr>
        <p:spPr>
          <a:xfrm>
            <a:off x="4572597" y="2785648"/>
            <a:ext cx="2880613" cy="369332"/>
          </a:xfrm>
          <a:prstGeom prst="rect">
            <a:avLst/>
          </a:prstGeom>
          <a:noFill/>
        </p:spPr>
        <p:txBody>
          <a:bodyPr wrap="square" rtlCol="0">
            <a:spAutoFit/>
          </a:bodyPr>
          <a:lstStyle/>
          <a:p>
            <a:r>
              <a:rPr lang="en-US"/>
              <a:t>??</a:t>
            </a:r>
          </a:p>
        </p:txBody>
      </p:sp>
      <p:sp>
        <p:nvSpPr>
          <p:cNvPr id="25" name="Rectangle 24">
            <a:extLst>
              <a:ext uri="{FF2B5EF4-FFF2-40B4-BE49-F238E27FC236}">
                <a16:creationId xmlns:a16="http://schemas.microsoft.com/office/drawing/2014/main" id="{E1E4B647-81A9-C37C-AF6B-F37C889B9EBD}"/>
              </a:ext>
            </a:extLst>
          </p:cNvPr>
          <p:cNvSpPr/>
          <p:nvPr/>
        </p:nvSpPr>
        <p:spPr>
          <a:xfrm>
            <a:off x="468707" y="3776533"/>
            <a:ext cx="8207780" cy="9943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F95919A-4B6E-7104-F95E-0DE6F335D8CC}"/>
              </a:ext>
            </a:extLst>
          </p:cNvPr>
          <p:cNvSpPr txBox="1"/>
          <p:nvPr/>
        </p:nvSpPr>
        <p:spPr>
          <a:xfrm>
            <a:off x="701360" y="3847551"/>
            <a:ext cx="2880613" cy="923330"/>
          </a:xfrm>
          <a:prstGeom prst="rect">
            <a:avLst/>
          </a:prstGeom>
          <a:noFill/>
        </p:spPr>
        <p:txBody>
          <a:bodyPr wrap="square" rtlCol="0">
            <a:spAutoFit/>
          </a:bodyPr>
          <a:lstStyle/>
          <a:p>
            <a:r>
              <a:rPr lang="en-US"/>
              <a:t>States are stable through time – customers migrate but not too fast</a:t>
            </a:r>
          </a:p>
        </p:txBody>
      </p:sp>
      <p:sp>
        <p:nvSpPr>
          <p:cNvPr id="27" name="Oval 26">
            <a:extLst>
              <a:ext uri="{FF2B5EF4-FFF2-40B4-BE49-F238E27FC236}">
                <a16:creationId xmlns:a16="http://schemas.microsoft.com/office/drawing/2014/main" id="{3A3B6E13-1BD9-5AB6-8041-1A07C9BDC87F}"/>
              </a:ext>
            </a:extLst>
          </p:cNvPr>
          <p:cNvSpPr/>
          <p:nvPr/>
        </p:nvSpPr>
        <p:spPr>
          <a:xfrm>
            <a:off x="3814626" y="721896"/>
            <a:ext cx="4463099" cy="479200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278466F-4689-2073-ACC2-EBA4BACD7486}"/>
              </a:ext>
            </a:extLst>
          </p:cNvPr>
          <p:cNvSpPr txBox="1"/>
          <p:nvPr/>
        </p:nvSpPr>
        <p:spPr>
          <a:xfrm>
            <a:off x="4785131" y="1040145"/>
            <a:ext cx="2880613" cy="369332"/>
          </a:xfrm>
          <a:prstGeom prst="rect">
            <a:avLst/>
          </a:prstGeom>
          <a:noFill/>
        </p:spPr>
        <p:txBody>
          <a:bodyPr wrap="square" rtlCol="0">
            <a:spAutoFit/>
          </a:bodyPr>
          <a:lstStyle/>
          <a:p>
            <a:r>
              <a:rPr lang="en-US"/>
              <a:t>Loss functions</a:t>
            </a:r>
          </a:p>
        </p:txBody>
      </p:sp>
    </p:spTree>
    <p:extLst>
      <p:ext uri="{BB962C8B-B14F-4D97-AF65-F5344CB8AC3E}">
        <p14:creationId xmlns:p14="http://schemas.microsoft.com/office/powerpoint/2010/main" val="3289756572"/>
      </p:ext>
    </p:extLst>
  </p:cSld>
  <p:clrMapOvr>
    <a:masterClrMapping/>
  </p:clrMapOvr>
</p:sld>
</file>

<file path=ppt/theme/theme1.xml><?xml version="1.0" encoding="utf-8"?>
<a:theme xmlns:a="http://schemas.openxmlformats.org/drawingml/2006/main" name="Cover and Closing">
  <a:themeElements>
    <a:clrScheme name="Starbucks Colors">
      <a:dk1>
        <a:srgbClr val="000000"/>
      </a:dk1>
      <a:lt1>
        <a:srgbClr val="FFFFFF"/>
      </a:lt1>
      <a:dk2>
        <a:srgbClr val="0E2841"/>
      </a:dk2>
      <a:lt2>
        <a:srgbClr val="E8E8E8"/>
      </a:lt2>
      <a:accent1>
        <a:srgbClr val="006141"/>
      </a:accent1>
      <a:accent2>
        <a:srgbClr val="32462F"/>
      </a:accent2>
      <a:accent3>
        <a:srgbClr val="D1D1AA"/>
      </a:accent3>
      <a:accent4>
        <a:srgbClr val="F7F0E3"/>
      </a:accent4>
      <a:accent5>
        <a:srgbClr val="5F4633"/>
      </a:accent5>
      <a:accent6>
        <a:srgbClr val="5F4633"/>
      </a:accent6>
      <a:hlink>
        <a:srgbClr val="467886"/>
      </a:hlink>
      <a:folHlink>
        <a:srgbClr val="96607D"/>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rbucks Brand Powerpoint Template - Large" id="{4F93375D-7DAF-7C47-9C87-AF5B13E3829F}" vid="{C0FFB205-975F-4147-850B-38B38CA0BF45}"/>
    </a:ext>
  </a:extLst>
</a:theme>
</file>

<file path=ppt/theme/theme2.xml><?xml version="1.0" encoding="utf-8"?>
<a:theme xmlns:a="http://schemas.openxmlformats.org/drawingml/2006/main" name="Core Content Slides">
  <a:themeElements>
    <a:clrScheme name="Starbucks Colors">
      <a:dk1>
        <a:srgbClr val="000000"/>
      </a:dk1>
      <a:lt1>
        <a:srgbClr val="FFFFFF"/>
      </a:lt1>
      <a:dk2>
        <a:srgbClr val="0E2841"/>
      </a:dk2>
      <a:lt2>
        <a:srgbClr val="E8E8E8"/>
      </a:lt2>
      <a:accent1>
        <a:srgbClr val="006141"/>
      </a:accent1>
      <a:accent2>
        <a:srgbClr val="32462F"/>
      </a:accent2>
      <a:accent3>
        <a:srgbClr val="D1D1AA"/>
      </a:accent3>
      <a:accent4>
        <a:srgbClr val="F7F0E3"/>
      </a:accent4>
      <a:accent5>
        <a:srgbClr val="5F4633"/>
      </a:accent5>
      <a:accent6>
        <a:srgbClr val="5F4633"/>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rbucks Brand Powerpoint Template - Large" id="{4F93375D-7DAF-7C47-9C87-AF5B13E3829F}" vid="{3934750F-032B-4344-9FA1-83A0BAA892F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A4A135243CD4A498E3B6BF66191F59F" ma:contentTypeVersion="16" ma:contentTypeDescription="Create a new document." ma:contentTypeScope="" ma:versionID="ab94fc9397719a2d1c93202271e24731">
  <xsd:schema xmlns:xsd="http://www.w3.org/2001/XMLSchema" xmlns:xs="http://www.w3.org/2001/XMLSchema" xmlns:p="http://schemas.microsoft.com/office/2006/metadata/properties" xmlns:ns1="http://schemas.microsoft.com/sharepoint/v3" xmlns:ns2="e0172dbb-85a1-4dbe-b352-162c440ecdf3" xmlns:ns3="7c19390b-593a-4e9e-bcf7-989c3888d612" targetNamespace="http://schemas.microsoft.com/office/2006/metadata/properties" ma:root="true" ma:fieldsID="df91e49aa344275cb5b8adcff895610e" ns1:_="" ns2:_="" ns3:_="">
    <xsd:import namespace="http://schemas.microsoft.com/sharepoint/v3"/>
    <xsd:import namespace="e0172dbb-85a1-4dbe-b352-162c440ecdf3"/>
    <xsd:import namespace="7c19390b-593a-4e9e-bcf7-989c3888d61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BillingMetadata" minOccurs="0"/>
                <xsd:element ref="ns2:MediaServiceLocation" minOccurs="0"/>
                <xsd:element ref="ns2:Opened"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0172dbb-85a1-4dbe-b352-162c440ecd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fa90fdac-3689-44ee-9393-22bd570f535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element name="Opened" ma:index="21" nillable="true" ma:displayName="Opened" ma:format="Dropdown" ma:list="UserInfo" ma:SharePointGroup="0" ma:internalName="Opened">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c19390b-593a-4e9e-bcf7-989c3888d61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03d4a96-815e-4112-ba36-2eab2bef7ee6}" ma:internalName="TaxCatchAll" ma:showField="CatchAllData" ma:web="7c19390b-593a-4e9e-bcf7-989c3888d61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0172dbb-85a1-4dbe-b352-162c440ecdf3">
      <Terms xmlns="http://schemas.microsoft.com/office/infopath/2007/PartnerControls"/>
    </lcf76f155ced4ddcb4097134ff3c332f>
    <Opened xmlns="e0172dbb-85a1-4dbe-b352-162c440ecdf3">
      <UserInfo>
        <DisplayName/>
        <AccountId xsi:nil="true"/>
        <AccountType/>
      </UserInfo>
    </Opened>
    <TaxCatchAll xmlns="7c19390b-593a-4e9e-bcf7-989c3888d612"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8DE8E8A1-4FB2-4665-93DE-D1A7CB3D8D78}">
  <ds:schemaRefs>
    <ds:schemaRef ds:uri="http://schemas.microsoft.com/sharepoint/v3/contenttype/forms"/>
  </ds:schemaRefs>
</ds:datastoreItem>
</file>

<file path=customXml/itemProps2.xml><?xml version="1.0" encoding="utf-8"?>
<ds:datastoreItem xmlns:ds="http://schemas.openxmlformats.org/officeDocument/2006/customXml" ds:itemID="{E585B01D-EEDA-450B-8955-06FB57EC1B1E}">
  <ds:schemaRefs>
    <ds:schemaRef ds:uri="7c19390b-593a-4e9e-bcf7-989c3888d612"/>
    <ds:schemaRef ds:uri="e0172dbb-85a1-4dbe-b352-162c440ecdf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F828523-E28C-4486-AD69-E946B8AA2729}">
  <ds:schemaRefs>
    <ds:schemaRef ds:uri="7c19390b-593a-4e9e-bcf7-989c3888d612"/>
    <ds:schemaRef ds:uri="e0172dbb-85a1-4dbe-b352-162c440ecdf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1a52584d-ac98-46b5-b716-447f86f3ab44}" enabled="1" method="Standard" siteId="{ee69be27-d938-4eb5-8711-c5e69ca43718}"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40</Slides>
  <Notes>2</Notes>
  <HiddenSlides>2</HiddenSlides>
  <ScaleCrop>false</ScaleCrop>
  <HeadingPairs>
    <vt:vector size="4" baseType="variant">
      <vt:variant>
        <vt:lpstr>Theme</vt:lpstr>
      </vt:variant>
      <vt:variant>
        <vt:i4>2</vt:i4>
      </vt:variant>
      <vt:variant>
        <vt:lpstr>Slide Titles</vt:lpstr>
      </vt:variant>
      <vt:variant>
        <vt:i4>40</vt:i4>
      </vt:variant>
    </vt:vector>
  </HeadingPairs>
  <TitlesOfParts>
    <vt:vector size="42" baseType="lpstr">
      <vt:lpstr>Cover and Closing</vt:lpstr>
      <vt:lpstr>Core 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2026-04-22T16:36:35Z</dcterms:created>
  <dcterms:modified xsi:type="dcterms:W3CDTF">2026-06-06T16:48:14Z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0x0101004A4A135243CD4A498E3B6BF66191F59F</vt:lpwstr>
  </property>
  <property fmtid="{D5CDD505-2E9C-101B-9397-08002B2CF9AE}" pid="3" name="MediaServiceImageTags">
    <vt:lpwstr/>
  </property>
</Properties>
</file>